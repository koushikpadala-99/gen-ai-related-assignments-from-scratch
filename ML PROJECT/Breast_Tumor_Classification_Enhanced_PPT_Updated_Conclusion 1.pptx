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6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1" r:id="rId15"/>
    <p:sldId id="273" r:id="rId16"/>
    <p:sldId id="27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627" dt="2026-09-08T06:32:54.159"/>
    <p1510:client id="{060481E4-D98A-A336-0FA6-45CB4B0AC971}" v="78" dt="2026-09-08T06:07:17.005"/>
    <p1510:client id="{9F524392-F7D6-3661-72FF-204F4C4D306E}" v="39" dt="2026-09-08T06:40:35.010"/>
    <p1510:client id="{DCB963E3-27C0-A269-2DD5-A348E2B09E52}" v="53" dt="2026-09-09T04:12:06.8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3341A0574 - GADIBANTU MANIKANTA CHARITA SAI" userId="S::23341a0574@gmrit.edu.in::8b991e12-ee5e-4bd8-a266-a49ef9b2eed4" providerId="AD" clId="Web-{00000000-0000-0000-0000-000000000000}"/>
    <pc:docChg chg="addSld delSld modSld sldOrd">
      <pc:chgData name="23341A0574 - GADIBANTU MANIKANTA CHARITA SAI" userId="S::23341a0574@gmrit.edu.in::8b991e12-ee5e-4bd8-a266-a49ef9b2eed4" providerId="AD" clId="Web-{00000000-0000-0000-0000-000000000000}" dt="2026-09-08T06:32:53.831" v="474" actId="1076"/>
      <pc:docMkLst>
        <pc:docMk/>
      </pc:docMkLst>
      <pc:sldChg chg="modSp">
        <pc:chgData name="23341A0574 - GADIBANTU MANIKANTA CHARITA SAI" userId="S::23341a0574@gmrit.edu.in::8b991e12-ee5e-4bd8-a266-a49ef9b2eed4" providerId="AD" clId="Web-{00000000-0000-0000-0000-000000000000}" dt="2026-09-08T04:35:03.612" v="57" actId="20577"/>
        <pc:sldMkLst>
          <pc:docMk/>
          <pc:sldMk cId="0" sldId="256"/>
        </pc:sldMkLst>
        <pc:spChg chg="mod">
          <ac:chgData name="23341A0574 - GADIBANTU MANIKANTA CHARITA SAI" userId="S::23341a0574@gmrit.edu.in::8b991e12-ee5e-4bd8-a266-a49ef9b2eed4" providerId="AD" clId="Web-{00000000-0000-0000-0000-000000000000}" dt="2026-09-08T04:35:03.612" v="57" actId="20577"/>
          <ac:spMkLst>
            <pc:docMk/>
            <pc:sldMk cId="0" sldId="256"/>
            <ac:spMk id="4" creationId="{00000000-0000-0000-0000-000000000000}"/>
          </ac:spMkLst>
        </pc:spChg>
      </pc:sldChg>
      <pc:sldChg chg="addSp delSp modSp">
        <pc:chgData name="23341A0574 - GADIBANTU MANIKANTA CHARITA SAI" userId="S::23341a0574@gmrit.edu.in::8b991e12-ee5e-4bd8-a266-a49ef9b2eed4" providerId="AD" clId="Web-{00000000-0000-0000-0000-000000000000}" dt="2026-09-08T04:36:29.831" v="67" actId="1076"/>
        <pc:sldMkLst>
          <pc:docMk/>
          <pc:sldMk cId="0" sldId="257"/>
        </pc:sldMkLst>
        <pc:spChg chg="del">
          <ac:chgData name="23341A0574 - GADIBANTU MANIKANTA CHARITA SAI" userId="S::23341a0574@gmrit.edu.in::8b991e12-ee5e-4bd8-a266-a49ef9b2eed4" providerId="AD" clId="Web-{00000000-0000-0000-0000-000000000000}" dt="2026-09-08T04:35:25.925" v="58"/>
          <ac:spMkLst>
            <pc:docMk/>
            <pc:sldMk cId="0" sldId="257"/>
            <ac:spMk id="2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4:36:29.831" v="67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4:33:00.610" v="40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4:33:49.658" v="46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4:33:10.282" v="41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4:34:05.362" v="49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4:33:16.282" v="42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4:31:43.157" v="30" actId="20577"/>
          <ac:spMkLst>
            <pc:docMk/>
            <pc:sldMk cId="0" sldId="257"/>
            <ac:spMk id="9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4:33:21.767" v="43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4:31:56.016" v="34" actId="2057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4:33:33.345" v="44" actId="2057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4:32:06.407" v="36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4:33:41.673" v="45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4:32:21.454" v="38" actId="20577"/>
          <ac:spMkLst>
            <pc:docMk/>
            <pc:sldMk cId="0" sldId="257"/>
            <ac:spMk id="15" creationId="{00000000-0000-0000-0000-000000000000}"/>
          </ac:spMkLst>
        </pc:spChg>
        <pc:spChg chg="del mod">
          <ac:chgData name="23341A0574 - GADIBANTU MANIKANTA CHARITA SAI" userId="S::23341a0574@gmrit.edu.in::8b991e12-ee5e-4bd8-a266-a49ef9b2eed4" providerId="AD" clId="Web-{00000000-0000-0000-0000-000000000000}" dt="2026-09-08T04:35:40.503" v="61"/>
          <ac:spMkLst>
            <pc:docMk/>
            <pc:sldMk cId="0" sldId="257"/>
            <ac:spMk id="16" creationId="{00000000-0000-0000-0000-000000000000}"/>
          </ac:spMkLst>
        </pc:spChg>
        <pc:grpChg chg="add mod">
          <ac:chgData name="23341A0574 - GADIBANTU MANIKANTA CHARITA SAI" userId="S::23341a0574@gmrit.edu.in::8b991e12-ee5e-4bd8-a266-a49ef9b2eed4" providerId="AD" clId="Web-{00000000-0000-0000-0000-000000000000}" dt="2026-09-08T04:35:56.237" v="63" actId="1076"/>
          <ac:grpSpMkLst>
            <pc:docMk/>
            <pc:sldMk cId="0" sldId="257"/>
            <ac:grpSpMk id="18" creationId="{0A9B8EBC-F716-8C3A-EDB7-9217803074CD}"/>
          </ac:grpSpMkLst>
        </pc:grpChg>
      </pc:sldChg>
      <pc:sldChg chg="delSp modSp">
        <pc:chgData name="23341A0574 - GADIBANTU MANIKANTA CHARITA SAI" userId="S::23341a0574@gmrit.edu.in::8b991e12-ee5e-4bd8-a266-a49ef9b2eed4" providerId="AD" clId="Web-{00000000-0000-0000-0000-000000000000}" dt="2026-09-08T04:38:10.144" v="86" actId="20577"/>
        <pc:sldMkLst>
          <pc:docMk/>
          <pc:sldMk cId="0" sldId="258"/>
        </pc:sldMkLst>
        <pc:spChg chg="del mod">
          <ac:chgData name="23341A0574 - GADIBANTU MANIKANTA CHARITA SAI" userId="S::23341a0574@gmrit.edu.in::8b991e12-ee5e-4bd8-a266-a49ef9b2eed4" providerId="AD" clId="Web-{00000000-0000-0000-0000-000000000000}" dt="2026-09-08T04:36:47.097" v="71"/>
          <ac:spMkLst>
            <pc:docMk/>
            <pc:sldMk cId="0" sldId="258"/>
            <ac:spMk id="2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4:37:17.863" v="76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4:37:27.785" v="77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4:37:48.676" v="80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4:38:00.222" v="83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4:38:10.144" v="86" actId="20577"/>
          <ac:spMkLst>
            <pc:docMk/>
            <pc:sldMk cId="0" sldId="258"/>
            <ac:spMk id="7" creationId="{00000000-0000-0000-0000-000000000000}"/>
          </ac:spMkLst>
        </pc:spChg>
      </pc:sldChg>
      <pc:sldChg chg="delSp modSp">
        <pc:chgData name="23341A0574 - GADIBANTU MANIKANTA CHARITA SAI" userId="S::23341a0574@gmrit.edu.in::8b991e12-ee5e-4bd8-a266-a49ef9b2eed4" providerId="AD" clId="Web-{00000000-0000-0000-0000-000000000000}" dt="2026-09-08T04:39:58.239" v="115" actId="20577"/>
        <pc:sldMkLst>
          <pc:docMk/>
          <pc:sldMk cId="0" sldId="259"/>
        </pc:sldMkLst>
        <pc:spChg chg="mod">
          <ac:chgData name="23341A0574 - GADIBANTU MANIKANTA CHARITA SAI" userId="S::23341a0574@gmrit.edu.in::8b991e12-ee5e-4bd8-a266-a49ef9b2eed4" providerId="AD" clId="Web-{00000000-0000-0000-0000-000000000000}" dt="2026-09-08T04:38:57.832" v="100" actId="1076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23341A0574 - GADIBANTU MANIKANTA CHARITA SAI" userId="S::23341a0574@gmrit.edu.in::8b991e12-ee5e-4bd8-a266-a49ef9b2eed4" providerId="AD" clId="Web-{00000000-0000-0000-0000-000000000000}" dt="2026-09-08T04:38:35.957" v="93"/>
          <ac:spMkLst>
            <pc:docMk/>
            <pc:sldMk cId="0" sldId="259"/>
            <ac:spMk id="3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4:39:13.082" v="103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4:39:24.098" v="106" actId="20577"/>
          <ac:spMkLst>
            <pc:docMk/>
            <pc:sldMk cId="0" sldId="259"/>
            <ac:spMk id="5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4:39:34.973" v="109" actId="20577"/>
          <ac:spMkLst>
            <pc:docMk/>
            <pc:sldMk cId="0" sldId="259"/>
            <ac:spMk id="6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4:39:43.473" v="112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4:39:58.239" v="115" actId="20577"/>
          <ac:spMkLst>
            <pc:docMk/>
            <pc:sldMk cId="0" sldId="259"/>
            <ac:spMk id="9" creationId="{00000000-0000-0000-0000-000000000000}"/>
          </ac:spMkLst>
        </pc:spChg>
      </pc:sldChg>
      <pc:sldChg chg="del">
        <pc:chgData name="23341A0574 - GADIBANTU MANIKANTA CHARITA SAI" userId="S::23341a0574@gmrit.edu.in::8b991e12-ee5e-4bd8-a266-a49ef9b2eed4" providerId="AD" clId="Web-{00000000-0000-0000-0000-000000000000}" dt="2026-09-08T04:28:33" v="8"/>
        <pc:sldMkLst>
          <pc:docMk/>
          <pc:sldMk cId="0" sldId="260"/>
        </pc:sldMkLst>
      </pc:sldChg>
      <pc:sldChg chg="modSp">
        <pc:chgData name="23341A0574 - GADIBANTU MANIKANTA CHARITA SAI" userId="S::23341a0574@gmrit.edu.in::8b991e12-ee5e-4bd8-a266-a49ef9b2eed4" providerId="AD" clId="Web-{00000000-0000-0000-0000-000000000000}" dt="2026-09-08T04:52:43.493" v="136" actId="20577"/>
        <pc:sldMkLst>
          <pc:docMk/>
          <pc:sldMk cId="0" sldId="261"/>
        </pc:sldMkLst>
        <pc:spChg chg="mod">
          <ac:chgData name="23341A0574 - GADIBANTU MANIKANTA CHARITA SAI" userId="S::23341a0574@gmrit.edu.in::8b991e12-ee5e-4bd8-a266-a49ef9b2eed4" providerId="AD" clId="Web-{00000000-0000-0000-0000-000000000000}" dt="2026-09-08T04:40:18.942" v="118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4:40:34.098" v="122" actId="20577"/>
          <ac:spMkLst>
            <pc:docMk/>
            <pc:sldMk cId="0" sldId="261"/>
            <ac:spMk id="5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4:40:49.770" v="125" actId="20577"/>
          <ac:spMkLst>
            <pc:docMk/>
            <pc:sldMk cId="0" sldId="261"/>
            <ac:spMk id="6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4:41:22.021" v="128" actId="20577"/>
          <ac:spMkLst>
            <pc:docMk/>
            <pc:sldMk cId="0" sldId="261"/>
            <ac:spMk id="7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4:52:43.493" v="136" actId="20577"/>
          <ac:spMkLst>
            <pc:docMk/>
            <pc:sldMk cId="0" sldId="261"/>
            <ac:spMk id="8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4:52:24.806" v="134" actId="20577"/>
          <ac:spMkLst>
            <pc:docMk/>
            <pc:sldMk cId="0" sldId="261"/>
            <ac:spMk id="9" creationId="{00000000-0000-0000-0000-000000000000}"/>
          </ac:spMkLst>
        </pc:spChg>
      </pc:sldChg>
      <pc:sldChg chg="modSp">
        <pc:chgData name="23341A0574 - GADIBANTU MANIKANTA CHARITA SAI" userId="S::23341a0574@gmrit.edu.in::8b991e12-ee5e-4bd8-a266-a49ef9b2eed4" providerId="AD" clId="Web-{00000000-0000-0000-0000-000000000000}" dt="2026-09-08T04:58:48.652" v="227" actId="20577"/>
        <pc:sldMkLst>
          <pc:docMk/>
          <pc:sldMk cId="0" sldId="262"/>
        </pc:sldMkLst>
        <pc:spChg chg="mod">
          <ac:chgData name="23341A0574 - GADIBANTU MANIKANTA CHARITA SAI" userId="S::23341a0574@gmrit.edu.in::8b991e12-ee5e-4bd8-a266-a49ef9b2eed4" providerId="AD" clId="Web-{00000000-0000-0000-0000-000000000000}" dt="2026-09-08T04:57:23.604" v="202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4:57:57.277" v="217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4:58:48.652" v="227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">
        <pc:chgData name="23341A0574 - GADIBANTU MANIKANTA CHARITA SAI" userId="S::23341a0574@gmrit.edu.in::8b991e12-ee5e-4bd8-a266-a49ef9b2eed4" providerId="AD" clId="Web-{00000000-0000-0000-0000-000000000000}" dt="2026-09-08T05:00:12.512" v="247" actId="20577"/>
        <pc:sldMkLst>
          <pc:docMk/>
          <pc:sldMk cId="0" sldId="263"/>
        </pc:sldMkLst>
        <pc:spChg chg="mod">
          <ac:chgData name="23341A0574 - GADIBANTU MANIKANTA CHARITA SAI" userId="S::23341a0574@gmrit.edu.in::8b991e12-ee5e-4bd8-a266-a49ef9b2eed4" providerId="AD" clId="Web-{00000000-0000-0000-0000-000000000000}" dt="2026-09-08T04:59:32.058" v="238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4:59:48.027" v="241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5:00:00.496" v="244" actId="20577"/>
          <ac:spMkLst>
            <pc:docMk/>
            <pc:sldMk cId="0" sldId="263"/>
            <ac:spMk id="6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5:00:12.512" v="247" actId="20577"/>
          <ac:spMkLst>
            <pc:docMk/>
            <pc:sldMk cId="0" sldId="263"/>
            <ac:spMk id="7" creationId="{00000000-0000-0000-0000-000000000000}"/>
          </ac:spMkLst>
        </pc:spChg>
      </pc:sldChg>
      <pc:sldChg chg="addSp modSp">
        <pc:chgData name="23341A0574 - GADIBANTU MANIKANTA CHARITA SAI" userId="S::23341a0574@gmrit.edu.in::8b991e12-ee5e-4bd8-a266-a49ef9b2eed4" providerId="AD" clId="Web-{00000000-0000-0000-0000-000000000000}" dt="2026-09-08T05:04:28.232" v="287" actId="1076"/>
        <pc:sldMkLst>
          <pc:docMk/>
          <pc:sldMk cId="0" sldId="264"/>
        </pc:sldMkLst>
        <pc:spChg chg="mod">
          <ac:chgData name="23341A0574 - GADIBANTU MANIKANTA CHARITA SAI" userId="S::23341a0574@gmrit.edu.in::8b991e12-ee5e-4bd8-a266-a49ef9b2eed4" providerId="AD" clId="Web-{00000000-0000-0000-0000-000000000000}" dt="2026-09-08T05:01:12.465" v="258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5:04:28.232" v="287" actId="1076"/>
          <ac:spMkLst>
            <pc:docMk/>
            <pc:sldMk cId="0" sldId="264"/>
            <ac:spMk id="3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5:01:31.684" v="261" actId="20577"/>
          <ac:spMkLst>
            <pc:docMk/>
            <pc:sldMk cId="0" sldId="264"/>
            <ac:spMk id="4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5:01:47.215" v="264" actId="20577"/>
          <ac:spMkLst>
            <pc:docMk/>
            <pc:sldMk cId="0" sldId="264"/>
            <ac:spMk id="5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5:02:08.731" v="267" actId="20577"/>
          <ac:spMkLst>
            <pc:docMk/>
            <pc:sldMk cId="0" sldId="264"/>
            <ac:spMk id="6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5:02:22.591" v="270" actId="20577"/>
          <ac:spMkLst>
            <pc:docMk/>
            <pc:sldMk cId="0" sldId="264"/>
            <ac:spMk id="7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5:02:40.606" v="273" actId="20577"/>
          <ac:spMkLst>
            <pc:docMk/>
            <pc:sldMk cId="0" sldId="264"/>
            <ac:spMk id="8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5:03:03.591" v="276" actId="20577"/>
          <ac:spMkLst>
            <pc:docMk/>
            <pc:sldMk cId="0" sldId="264"/>
            <ac:spMk id="9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5:04:05.607" v="284" actId="20577"/>
          <ac:spMkLst>
            <pc:docMk/>
            <pc:sldMk cId="0" sldId="264"/>
            <ac:spMk id="10" creationId="{00000000-0000-0000-0000-000000000000}"/>
          </ac:spMkLst>
        </pc:spChg>
        <pc:grpChg chg="add mod">
          <ac:chgData name="23341A0574 - GADIBANTU MANIKANTA CHARITA SAI" userId="S::23341a0574@gmrit.edu.in::8b991e12-ee5e-4bd8-a266-a49ef9b2eed4" providerId="AD" clId="Web-{00000000-0000-0000-0000-000000000000}" dt="2026-09-08T05:03:54.263" v="281" actId="1076"/>
          <ac:grpSpMkLst>
            <pc:docMk/>
            <pc:sldMk cId="0" sldId="264"/>
            <ac:grpSpMk id="12" creationId="{D8C73251-BA98-0193-66A0-6233B4C367CE}"/>
          </ac:grpSpMkLst>
        </pc:grpChg>
      </pc:sldChg>
      <pc:sldChg chg="modSp">
        <pc:chgData name="23341A0574 - GADIBANTU MANIKANTA CHARITA SAI" userId="S::23341a0574@gmrit.edu.in::8b991e12-ee5e-4bd8-a266-a49ef9b2eed4" providerId="AD" clId="Web-{00000000-0000-0000-0000-000000000000}" dt="2026-09-08T05:10:45.609" v="309" actId="1076"/>
        <pc:sldMkLst>
          <pc:docMk/>
          <pc:sldMk cId="0" sldId="265"/>
        </pc:sldMkLst>
        <pc:spChg chg="mod">
          <ac:chgData name="23341A0574 - GADIBANTU MANIKANTA CHARITA SAI" userId="S::23341a0574@gmrit.edu.in::8b991e12-ee5e-4bd8-a266-a49ef9b2eed4" providerId="AD" clId="Web-{00000000-0000-0000-0000-000000000000}" dt="2026-09-08T05:09:22.265" v="297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5:09:56.140" v="304" actId="20577"/>
          <ac:spMkLst>
            <pc:docMk/>
            <pc:sldMk cId="0" sldId="265"/>
            <ac:spMk id="3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5:10:45.609" v="309" actId="1076"/>
          <ac:spMkLst>
            <pc:docMk/>
            <pc:sldMk cId="0" sldId="265"/>
            <ac:spMk id="6" creationId="{00000000-0000-0000-0000-000000000000}"/>
          </ac:spMkLst>
        </pc:spChg>
      </pc:sldChg>
      <pc:sldChg chg="delSp modSp ord">
        <pc:chgData name="23341A0574 - GADIBANTU MANIKANTA CHARITA SAI" userId="S::23341a0574@gmrit.edu.in::8b991e12-ee5e-4bd8-a266-a49ef9b2eed4" providerId="AD" clId="Web-{00000000-0000-0000-0000-000000000000}" dt="2026-09-08T04:54:52.744" v="157" actId="20577"/>
        <pc:sldMkLst>
          <pc:docMk/>
          <pc:sldMk cId="0" sldId="266"/>
        </pc:sldMkLst>
        <pc:spChg chg="mod">
          <ac:chgData name="23341A0574 - GADIBANTU MANIKANTA CHARITA SAI" userId="S::23341a0574@gmrit.edu.in::8b991e12-ee5e-4bd8-a266-a49ef9b2eed4" providerId="AD" clId="Web-{00000000-0000-0000-0000-000000000000}" dt="2026-09-08T04:54:32.025" v="153" actId="20577"/>
          <ac:spMkLst>
            <pc:docMk/>
            <pc:sldMk cId="0" sldId="266"/>
            <ac:spMk id="2" creationId="{00000000-0000-0000-0000-000000000000}"/>
          </ac:spMkLst>
        </pc:spChg>
        <pc:spChg chg="del">
          <ac:chgData name="23341A0574 - GADIBANTU MANIKANTA CHARITA SAI" userId="S::23341a0574@gmrit.edu.in::8b991e12-ee5e-4bd8-a266-a49ef9b2eed4" providerId="AD" clId="Web-{00000000-0000-0000-0000-000000000000}" dt="2026-09-08T04:53:13.915" v="137"/>
          <ac:spMkLst>
            <pc:docMk/>
            <pc:sldMk cId="0" sldId="266"/>
            <ac:spMk id="3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4:54:52.744" v="157" actId="20577"/>
          <ac:spMkLst>
            <pc:docMk/>
            <pc:sldMk cId="0" sldId="266"/>
            <ac:spMk id="5" creationId="{00000000-0000-0000-0000-000000000000}"/>
          </ac:spMkLst>
        </pc:spChg>
      </pc:sldChg>
      <pc:sldChg chg="addSp modSp">
        <pc:chgData name="23341A0574 - GADIBANTU MANIKANTA CHARITA SAI" userId="S::23341a0574@gmrit.edu.in::8b991e12-ee5e-4bd8-a266-a49ef9b2eed4" providerId="AD" clId="Web-{00000000-0000-0000-0000-000000000000}" dt="2026-09-08T05:12:26.250" v="332" actId="20577"/>
        <pc:sldMkLst>
          <pc:docMk/>
          <pc:sldMk cId="0" sldId="267"/>
        </pc:sldMkLst>
        <pc:spChg chg="mod">
          <ac:chgData name="23341A0574 - GADIBANTU MANIKANTA CHARITA SAI" userId="S::23341a0574@gmrit.edu.in::8b991e12-ee5e-4bd8-a266-a49ef9b2eed4" providerId="AD" clId="Web-{00000000-0000-0000-0000-000000000000}" dt="2026-09-08T05:11:41.469" v="323" actId="1076"/>
          <ac:spMkLst>
            <pc:docMk/>
            <pc:sldMk cId="0" sldId="267"/>
            <ac:spMk id="2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5:11:51.828" v="325" actId="20577"/>
          <ac:spMkLst>
            <pc:docMk/>
            <pc:sldMk cId="0" sldId="267"/>
            <ac:spMk id="3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5:12:26.250" v="332" actId="20577"/>
          <ac:spMkLst>
            <pc:docMk/>
            <pc:sldMk cId="0" sldId="267"/>
            <ac:spMk id="8" creationId="{00000000-0000-0000-0000-000000000000}"/>
          </ac:spMkLst>
        </pc:spChg>
        <pc:grpChg chg="add mod">
          <ac:chgData name="23341A0574 - GADIBANTU MANIKANTA CHARITA SAI" userId="S::23341a0574@gmrit.edu.in::8b991e12-ee5e-4bd8-a266-a49ef9b2eed4" providerId="AD" clId="Web-{00000000-0000-0000-0000-000000000000}" dt="2026-09-08T05:12:06.750" v="327" actId="14100"/>
          <ac:grpSpMkLst>
            <pc:docMk/>
            <pc:sldMk cId="0" sldId="267"/>
            <ac:grpSpMk id="10" creationId="{4E948E4D-E0A0-A442-EBFF-7A509218BE13}"/>
          </ac:grpSpMkLst>
        </pc:grpChg>
      </pc:sldChg>
      <pc:sldChg chg="addSp modSp add del">
        <pc:chgData name="23341A0574 - GADIBANTU MANIKANTA CHARITA SAI" userId="S::23341a0574@gmrit.edu.in::8b991e12-ee5e-4bd8-a266-a49ef9b2eed4" providerId="AD" clId="Web-{00000000-0000-0000-0000-000000000000}" dt="2026-09-08T05:21:19.957" v="367" actId="20577"/>
        <pc:sldMkLst>
          <pc:docMk/>
          <pc:sldMk cId="0" sldId="268"/>
        </pc:sldMkLst>
        <pc:spChg chg="mod">
          <ac:chgData name="23341A0574 - GADIBANTU MANIKANTA CHARITA SAI" userId="S::23341a0574@gmrit.edu.in::8b991e12-ee5e-4bd8-a266-a49ef9b2eed4" providerId="AD" clId="Web-{00000000-0000-0000-0000-000000000000}" dt="2026-09-08T05:21:19.957" v="367" actId="20577"/>
          <ac:spMkLst>
            <pc:docMk/>
            <pc:sldMk cId="0" sldId="268"/>
            <ac:spMk id="2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5:18:35.253" v="342" actId="20577"/>
          <ac:spMkLst>
            <pc:docMk/>
            <pc:sldMk cId="0" sldId="268"/>
            <ac:spMk id="3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5:19:13.597" v="345" actId="20577"/>
          <ac:spMkLst>
            <pc:docMk/>
            <pc:sldMk cId="0" sldId="268"/>
            <ac:spMk id="4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5:19:41.487" v="348" actId="20577"/>
          <ac:spMkLst>
            <pc:docMk/>
            <pc:sldMk cId="0" sldId="268"/>
            <ac:spMk id="5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5:19:52.769" v="351" actId="20577"/>
          <ac:spMkLst>
            <pc:docMk/>
            <pc:sldMk cId="0" sldId="268"/>
            <ac:spMk id="6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5:20:07.050" v="354" actId="20577"/>
          <ac:spMkLst>
            <pc:docMk/>
            <pc:sldMk cId="0" sldId="268"/>
            <ac:spMk id="7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5:20:40.613" v="359" actId="20577"/>
          <ac:spMkLst>
            <pc:docMk/>
            <pc:sldMk cId="0" sldId="268"/>
            <ac:spMk id="8" creationId="{00000000-0000-0000-0000-000000000000}"/>
          </ac:spMkLst>
        </pc:spChg>
        <pc:grpChg chg="add mod">
          <ac:chgData name="23341A0574 - GADIBANTU MANIKANTA CHARITA SAI" userId="S::23341a0574@gmrit.edu.in::8b991e12-ee5e-4bd8-a266-a49ef9b2eed4" providerId="AD" clId="Web-{00000000-0000-0000-0000-000000000000}" dt="2026-09-08T05:20:21.956" v="356" actId="1076"/>
          <ac:grpSpMkLst>
            <pc:docMk/>
            <pc:sldMk cId="0" sldId="268"/>
            <ac:grpSpMk id="10" creationId="{2755B3EE-F6AD-6194-0E1B-37B18F9AC32A}"/>
          </ac:grpSpMkLst>
        </pc:grpChg>
      </pc:sldChg>
      <pc:sldChg chg="modSp">
        <pc:chgData name="23341A0574 - GADIBANTU MANIKANTA CHARITA SAI" userId="S::23341a0574@gmrit.edu.in::8b991e12-ee5e-4bd8-a266-a49ef9b2eed4" providerId="AD" clId="Web-{00000000-0000-0000-0000-000000000000}" dt="2026-09-08T05:23:18.754" v="384" actId="20577"/>
        <pc:sldMkLst>
          <pc:docMk/>
          <pc:sldMk cId="0" sldId="269"/>
        </pc:sldMkLst>
        <pc:spChg chg="mod">
          <ac:chgData name="23341A0574 - GADIBANTU MANIKANTA CHARITA SAI" userId="S::23341a0574@gmrit.edu.in::8b991e12-ee5e-4bd8-a266-a49ef9b2eed4" providerId="AD" clId="Web-{00000000-0000-0000-0000-000000000000}" dt="2026-09-08T05:23:18.754" v="384" actId="20577"/>
          <ac:spMkLst>
            <pc:docMk/>
            <pc:sldMk cId="0" sldId="269"/>
            <ac:spMk id="2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5:22:32.629" v="377" actId="20577"/>
          <ac:spMkLst>
            <pc:docMk/>
            <pc:sldMk cId="0" sldId="269"/>
            <ac:spMk id="3" creationId="{00000000-0000-0000-0000-000000000000}"/>
          </ac:spMkLst>
        </pc:spChg>
      </pc:sldChg>
      <pc:sldChg chg="add del">
        <pc:chgData name="23341A0574 - GADIBANTU MANIKANTA CHARITA SAI" userId="S::23341a0574@gmrit.edu.in::8b991e12-ee5e-4bd8-a266-a49ef9b2eed4" providerId="AD" clId="Web-{00000000-0000-0000-0000-000000000000}" dt="2026-09-08T04:29:12.140" v="9"/>
        <pc:sldMkLst>
          <pc:docMk/>
          <pc:sldMk cId="0" sldId="270"/>
        </pc:sldMkLst>
      </pc:sldChg>
      <pc:sldChg chg="add del">
        <pc:chgData name="23341A0574 - GADIBANTU MANIKANTA CHARITA SAI" userId="S::23341a0574@gmrit.edu.in::8b991e12-ee5e-4bd8-a266-a49ef9b2eed4" providerId="AD" clId="Web-{00000000-0000-0000-0000-000000000000}" dt="2026-09-08T04:29:14.515" v="10"/>
        <pc:sldMkLst>
          <pc:docMk/>
          <pc:sldMk cId="0" sldId="272"/>
        </pc:sldMkLst>
      </pc:sldChg>
      <pc:sldChg chg="addSp delSp modSp">
        <pc:chgData name="23341A0574 - GADIBANTU MANIKANTA CHARITA SAI" userId="S::23341a0574@gmrit.edu.in::8b991e12-ee5e-4bd8-a266-a49ef9b2eed4" providerId="AD" clId="Web-{00000000-0000-0000-0000-000000000000}" dt="2026-09-08T06:31:41.188" v="468" actId="20577"/>
        <pc:sldMkLst>
          <pc:docMk/>
          <pc:sldMk cId="0" sldId="273"/>
        </pc:sldMkLst>
        <pc:spChg chg="mod">
          <ac:chgData name="23341A0574 - GADIBANTU MANIKANTA CHARITA SAI" userId="S::23341a0574@gmrit.edu.in::8b991e12-ee5e-4bd8-a266-a49ef9b2eed4" providerId="AD" clId="Web-{00000000-0000-0000-0000-000000000000}" dt="2026-09-08T06:16:01.336" v="388" actId="1076"/>
          <ac:spMkLst>
            <pc:docMk/>
            <pc:sldMk cId="0" sldId="273"/>
            <ac:spMk id="3" creationId="{00000000-0000-0000-0000-000000000000}"/>
          </ac:spMkLst>
        </pc:spChg>
        <pc:spChg chg="del mod">
          <ac:chgData name="23341A0574 - GADIBANTU MANIKANTA CHARITA SAI" userId="S::23341a0574@gmrit.edu.in::8b991e12-ee5e-4bd8-a266-a49ef9b2eed4" providerId="AD" clId="Web-{00000000-0000-0000-0000-000000000000}" dt="2026-09-08T06:22:50.206" v="456"/>
          <ac:spMkLst>
            <pc:docMk/>
            <pc:sldMk cId="0" sldId="273"/>
            <ac:spMk id="4" creationId="{00000000-0000-0000-0000-000000000000}"/>
          </ac:spMkLst>
        </pc:spChg>
        <pc:spChg chg="del">
          <ac:chgData name="23341A0574 - GADIBANTU MANIKANTA CHARITA SAI" userId="S::23341a0574@gmrit.edu.in::8b991e12-ee5e-4bd8-a266-a49ef9b2eed4" providerId="AD" clId="Web-{00000000-0000-0000-0000-000000000000}" dt="2026-09-08T06:16:29.603" v="395"/>
          <ac:spMkLst>
            <pc:docMk/>
            <pc:sldMk cId="0" sldId="273"/>
            <ac:spMk id="5" creationId="{00000000-0000-0000-0000-000000000000}"/>
          </ac:spMkLst>
        </pc:spChg>
        <pc:spChg chg="del">
          <ac:chgData name="23341A0574 - GADIBANTU MANIKANTA CHARITA SAI" userId="S::23341a0574@gmrit.edu.in::8b991e12-ee5e-4bd8-a266-a49ef9b2eed4" providerId="AD" clId="Web-{00000000-0000-0000-0000-000000000000}" dt="2026-09-08T06:16:27.056" v="394"/>
          <ac:spMkLst>
            <pc:docMk/>
            <pc:sldMk cId="0" sldId="273"/>
            <ac:spMk id="6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6:16:58.369" v="402" actId="20577"/>
          <ac:spMkLst>
            <pc:docMk/>
            <pc:sldMk cId="0" sldId="273"/>
            <ac:spMk id="9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6:17:13.448" v="407" actId="20577"/>
          <ac:spMkLst>
            <pc:docMk/>
            <pc:sldMk cId="0" sldId="273"/>
            <ac:spMk id="12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6:17:25.698" v="412" actId="20577"/>
          <ac:spMkLst>
            <pc:docMk/>
            <pc:sldMk cId="0" sldId="273"/>
            <ac:spMk id="15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6:17:44.808" v="417" actId="20577"/>
          <ac:spMkLst>
            <pc:docMk/>
            <pc:sldMk cId="0" sldId="273"/>
            <ac:spMk id="18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0000000-0000-0000-0000-000000000000}" dt="2026-09-08T06:18:05.965" v="422" actId="20577"/>
          <ac:spMkLst>
            <pc:docMk/>
            <pc:sldMk cId="0" sldId="273"/>
            <ac:spMk id="21" creationId="{00000000-0000-0000-0000-000000000000}"/>
          </ac:spMkLst>
        </pc:spChg>
        <pc:spChg chg="del mod">
          <ac:chgData name="23341A0574 - GADIBANTU MANIKANTA CHARITA SAI" userId="S::23341a0574@gmrit.edu.in::8b991e12-ee5e-4bd8-a266-a49ef9b2eed4" providerId="AD" clId="Web-{00000000-0000-0000-0000-000000000000}" dt="2026-09-08T06:22:41.362" v="454"/>
          <ac:spMkLst>
            <pc:docMk/>
            <pc:sldMk cId="0" sldId="273"/>
            <ac:spMk id="22" creationId="{00000000-0000-0000-0000-000000000000}"/>
          </ac:spMkLst>
        </pc:spChg>
        <pc:spChg chg="del mod">
          <ac:chgData name="23341A0574 - GADIBANTU MANIKANTA CHARITA SAI" userId="S::23341a0574@gmrit.edu.in::8b991e12-ee5e-4bd8-a266-a49ef9b2eed4" providerId="AD" clId="Web-{00000000-0000-0000-0000-000000000000}" dt="2026-09-08T06:22:41.362" v="453"/>
          <ac:spMkLst>
            <pc:docMk/>
            <pc:sldMk cId="0" sldId="273"/>
            <ac:spMk id="23" creationId="{00000000-0000-0000-0000-000000000000}"/>
          </ac:spMkLst>
        </pc:spChg>
        <pc:spChg chg="del mod">
          <ac:chgData name="23341A0574 - GADIBANTU MANIKANTA CHARITA SAI" userId="S::23341a0574@gmrit.edu.in::8b991e12-ee5e-4bd8-a266-a49ef9b2eed4" providerId="AD" clId="Web-{00000000-0000-0000-0000-000000000000}" dt="2026-09-08T06:22:41.362" v="452"/>
          <ac:spMkLst>
            <pc:docMk/>
            <pc:sldMk cId="0" sldId="273"/>
            <ac:spMk id="24" creationId="{00000000-0000-0000-0000-000000000000}"/>
          </ac:spMkLst>
        </pc:spChg>
        <pc:spChg chg="del mod">
          <ac:chgData name="23341A0574 - GADIBANTU MANIKANTA CHARITA SAI" userId="S::23341a0574@gmrit.edu.in::8b991e12-ee5e-4bd8-a266-a49ef9b2eed4" providerId="AD" clId="Web-{00000000-0000-0000-0000-000000000000}" dt="2026-09-08T06:22:41.362" v="451"/>
          <ac:spMkLst>
            <pc:docMk/>
            <pc:sldMk cId="0" sldId="273"/>
            <ac:spMk id="25" creationId="{00000000-0000-0000-0000-000000000000}"/>
          </ac:spMkLst>
        </pc:spChg>
        <pc:spChg chg="del mod">
          <ac:chgData name="23341A0574 - GADIBANTU MANIKANTA CHARITA SAI" userId="S::23341a0574@gmrit.edu.in::8b991e12-ee5e-4bd8-a266-a49ef9b2eed4" providerId="AD" clId="Web-{00000000-0000-0000-0000-000000000000}" dt="2026-09-08T06:22:41.362" v="450"/>
          <ac:spMkLst>
            <pc:docMk/>
            <pc:sldMk cId="0" sldId="273"/>
            <ac:spMk id="26" creationId="{00000000-0000-0000-0000-000000000000}"/>
          </ac:spMkLst>
        </pc:spChg>
        <pc:spChg chg="del">
          <ac:chgData name="23341A0574 - GADIBANTU MANIKANTA CHARITA SAI" userId="S::23341a0574@gmrit.edu.in::8b991e12-ee5e-4bd8-a266-a49ef9b2eed4" providerId="AD" clId="Web-{00000000-0000-0000-0000-000000000000}" dt="2026-09-08T06:21:06.625" v="444"/>
          <ac:spMkLst>
            <pc:docMk/>
            <pc:sldMk cId="0" sldId="273"/>
            <ac:spMk id="27" creationId="{00000000-0000-0000-0000-000000000000}"/>
          </ac:spMkLst>
        </pc:spChg>
        <pc:spChg chg="del mod">
          <ac:chgData name="23341A0574 - GADIBANTU MANIKANTA CHARITA SAI" userId="S::23341a0574@gmrit.edu.in::8b991e12-ee5e-4bd8-a266-a49ef9b2eed4" providerId="AD" clId="Web-{00000000-0000-0000-0000-000000000000}" dt="2026-09-08T06:22:41.362" v="449"/>
          <ac:spMkLst>
            <pc:docMk/>
            <pc:sldMk cId="0" sldId="273"/>
            <ac:spMk id="28" creationId="{00000000-0000-0000-0000-000000000000}"/>
          </ac:spMkLst>
        </pc:spChg>
        <pc:spChg chg="del mod">
          <ac:chgData name="23341A0574 - GADIBANTU MANIKANTA CHARITA SAI" userId="S::23341a0574@gmrit.edu.in::8b991e12-ee5e-4bd8-a266-a49ef9b2eed4" providerId="AD" clId="Web-{00000000-0000-0000-0000-000000000000}" dt="2026-09-08T06:22:41.362" v="448"/>
          <ac:spMkLst>
            <pc:docMk/>
            <pc:sldMk cId="0" sldId="273"/>
            <ac:spMk id="29" creationId="{00000000-0000-0000-0000-000000000000}"/>
          </ac:spMkLst>
        </pc:spChg>
        <pc:spChg chg="del">
          <ac:chgData name="23341A0574 - GADIBANTU MANIKANTA CHARITA SAI" userId="S::23341a0574@gmrit.edu.in::8b991e12-ee5e-4bd8-a266-a49ef9b2eed4" providerId="AD" clId="Web-{00000000-0000-0000-0000-000000000000}" dt="2026-09-08T06:22:41.362" v="447"/>
          <ac:spMkLst>
            <pc:docMk/>
            <pc:sldMk cId="0" sldId="273"/>
            <ac:spMk id="30" creationId="{00000000-0000-0000-0000-000000000000}"/>
          </ac:spMkLst>
        </pc:spChg>
        <pc:spChg chg="del">
          <ac:chgData name="23341A0574 - GADIBANTU MANIKANTA CHARITA SAI" userId="S::23341a0574@gmrit.edu.in::8b991e12-ee5e-4bd8-a266-a49ef9b2eed4" providerId="AD" clId="Web-{00000000-0000-0000-0000-000000000000}" dt="2026-09-08T06:22:35.127" v="446"/>
          <ac:spMkLst>
            <pc:docMk/>
            <pc:sldMk cId="0" sldId="273"/>
            <ac:spMk id="31" creationId="{00000000-0000-0000-0000-000000000000}"/>
          </ac:spMkLst>
        </pc:spChg>
        <pc:spChg chg="add mod">
          <ac:chgData name="23341A0574 - GADIBANTU MANIKANTA CHARITA SAI" userId="S::23341a0574@gmrit.edu.in::8b991e12-ee5e-4bd8-a266-a49ef9b2eed4" providerId="AD" clId="Web-{00000000-0000-0000-0000-000000000000}" dt="2026-09-08T06:31:41.188" v="468" actId="20577"/>
          <ac:spMkLst>
            <pc:docMk/>
            <pc:sldMk cId="0" sldId="273"/>
            <ac:spMk id="34" creationId="{FBBF59AB-6EC0-C4DA-EA1C-6E48F7557806}"/>
          </ac:spMkLst>
        </pc:spChg>
        <pc:grpChg chg="add mod">
          <ac:chgData name="23341A0574 - GADIBANTU MANIKANTA CHARITA SAI" userId="S::23341a0574@gmrit.edu.in::8b991e12-ee5e-4bd8-a266-a49ef9b2eed4" providerId="AD" clId="Web-{00000000-0000-0000-0000-000000000000}" dt="2026-09-08T06:31:00.749" v="457" actId="1076"/>
          <ac:grpSpMkLst>
            <pc:docMk/>
            <pc:sldMk cId="0" sldId="273"/>
            <ac:grpSpMk id="33" creationId="{4F0380A5-98B1-DAE0-E522-33019A28A84F}"/>
          </ac:grpSpMkLst>
        </pc:grpChg>
      </pc:sldChg>
      <pc:sldChg chg="modSp">
        <pc:chgData name="23341A0574 - GADIBANTU MANIKANTA CHARITA SAI" userId="S::23341a0574@gmrit.edu.in::8b991e12-ee5e-4bd8-a266-a49ef9b2eed4" providerId="AD" clId="Web-{00000000-0000-0000-0000-000000000000}" dt="2026-09-08T06:32:53.831" v="474" actId="1076"/>
        <pc:sldMkLst>
          <pc:docMk/>
          <pc:sldMk cId="0" sldId="274"/>
        </pc:sldMkLst>
        <pc:spChg chg="mod">
          <ac:chgData name="23341A0574 - GADIBANTU MANIKANTA CHARITA SAI" userId="S::23341a0574@gmrit.edu.in::8b991e12-ee5e-4bd8-a266-a49ef9b2eed4" providerId="AD" clId="Web-{00000000-0000-0000-0000-000000000000}" dt="2026-09-08T06:32:53.831" v="474" actId="1076"/>
          <ac:spMkLst>
            <pc:docMk/>
            <pc:sldMk cId="0" sldId="274"/>
            <ac:spMk id="2" creationId="{00000000-0000-0000-0000-000000000000}"/>
          </ac:spMkLst>
        </pc:spChg>
      </pc:sldChg>
    </pc:docChg>
  </pc:docChgLst>
  <pc:docChgLst>
    <pc:chgData name="23341A0574 - GADIBANTU MANIKANTA CHARITA SAI" userId="S::23341a0574@gmrit.edu.in::8b991e12-ee5e-4bd8-a266-a49ef9b2eed4" providerId="AD" clId="Web-{DCB963E3-27C0-A269-2DD5-A348E2B09E52}"/>
    <pc:docChg chg="modSld">
      <pc:chgData name="23341A0574 - GADIBANTU MANIKANTA CHARITA SAI" userId="S::23341a0574@gmrit.edu.in::8b991e12-ee5e-4bd8-a266-a49ef9b2eed4" providerId="AD" clId="Web-{DCB963E3-27C0-A269-2DD5-A348E2B09E52}" dt="2026-09-09T04:12:06.415" v="40" actId="20577"/>
      <pc:docMkLst>
        <pc:docMk/>
      </pc:docMkLst>
      <pc:sldChg chg="addSp delSp modSp">
        <pc:chgData name="23341A0574 - GADIBANTU MANIKANTA CHARITA SAI" userId="S::23341a0574@gmrit.edu.in::8b991e12-ee5e-4bd8-a266-a49ef9b2eed4" providerId="AD" clId="Web-{DCB963E3-27C0-A269-2DD5-A348E2B09E52}" dt="2026-09-09T04:12:06.415" v="40" actId="20577"/>
        <pc:sldMkLst>
          <pc:docMk/>
          <pc:sldMk cId="0" sldId="256"/>
        </pc:sldMkLst>
        <pc:spChg chg="del">
          <ac:chgData name="23341A0574 - GADIBANTU MANIKANTA CHARITA SAI" userId="S::23341a0574@gmrit.edu.in::8b991e12-ee5e-4bd8-a266-a49ef9b2eed4" providerId="AD" clId="Web-{DCB963E3-27C0-A269-2DD5-A348E2B09E52}" dt="2026-09-09T04:05:53.363" v="1"/>
          <ac:spMkLst>
            <pc:docMk/>
            <pc:sldMk cId="0" sldId="256"/>
            <ac:spMk id="9" creationId="{00000000-0000-0000-0000-000000000000}"/>
          </ac:spMkLst>
        </pc:spChg>
        <pc:spChg chg="add del mod">
          <ac:chgData name="23341A0574 - GADIBANTU MANIKANTA CHARITA SAI" userId="S::23341a0574@gmrit.edu.in::8b991e12-ee5e-4bd8-a266-a49ef9b2eed4" providerId="AD" clId="Web-{DCB963E3-27C0-A269-2DD5-A348E2B09E52}" dt="2026-09-09T04:07:52.443" v="18"/>
          <ac:spMkLst>
            <pc:docMk/>
            <pc:sldMk cId="0" sldId="256"/>
            <ac:spMk id="10" creationId="{2FB8B135-FE6F-6C09-15ED-A3C9E2EB66DF}"/>
          </ac:spMkLst>
        </pc:spChg>
        <pc:spChg chg="add mod">
          <ac:chgData name="23341A0574 - GADIBANTU MANIKANTA CHARITA SAI" userId="S::23341a0574@gmrit.edu.in::8b991e12-ee5e-4bd8-a266-a49ef9b2eed4" providerId="AD" clId="Web-{DCB963E3-27C0-A269-2DD5-A348E2B09E52}" dt="2026-09-09T04:12:06.415" v="40" actId="20577"/>
          <ac:spMkLst>
            <pc:docMk/>
            <pc:sldMk cId="0" sldId="256"/>
            <ac:spMk id="11" creationId="{08FF8CE3-56DF-1219-F389-E4BB6B31216F}"/>
          </ac:spMkLst>
        </pc:spChg>
      </pc:sldChg>
      <pc:sldChg chg="delSp">
        <pc:chgData name="23341A0574 - GADIBANTU MANIKANTA CHARITA SAI" userId="S::23341a0574@gmrit.edu.in::8b991e12-ee5e-4bd8-a266-a49ef9b2eed4" providerId="AD" clId="Web-{DCB963E3-27C0-A269-2DD5-A348E2B09E52}" dt="2026-09-09T04:05:57.645" v="2"/>
        <pc:sldMkLst>
          <pc:docMk/>
          <pc:sldMk cId="0" sldId="257"/>
        </pc:sldMkLst>
        <pc:spChg chg="del">
          <ac:chgData name="23341A0574 - GADIBANTU MANIKANTA CHARITA SAI" userId="S::23341a0574@gmrit.edu.in::8b991e12-ee5e-4bd8-a266-a49ef9b2eed4" providerId="AD" clId="Web-{DCB963E3-27C0-A269-2DD5-A348E2B09E52}" dt="2026-09-09T04:05:57.645" v="2"/>
          <ac:spMkLst>
            <pc:docMk/>
            <pc:sldMk cId="0" sldId="257"/>
            <ac:spMk id="17" creationId="{00000000-0000-0000-0000-000000000000}"/>
          </ac:spMkLst>
        </pc:spChg>
      </pc:sldChg>
      <pc:sldChg chg="delSp">
        <pc:chgData name="23341A0574 - GADIBANTU MANIKANTA CHARITA SAI" userId="S::23341a0574@gmrit.edu.in::8b991e12-ee5e-4bd8-a266-a49ef9b2eed4" providerId="AD" clId="Web-{DCB963E3-27C0-A269-2DD5-A348E2B09E52}" dt="2026-09-09T04:06:02.317" v="3"/>
        <pc:sldMkLst>
          <pc:docMk/>
          <pc:sldMk cId="0" sldId="258"/>
        </pc:sldMkLst>
        <pc:spChg chg="del">
          <ac:chgData name="23341A0574 - GADIBANTU MANIKANTA CHARITA SAI" userId="S::23341a0574@gmrit.edu.in::8b991e12-ee5e-4bd8-a266-a49ef9b2eed4" providerId="AD" clId="Web-{DCB963E3-27C0-A269-2DD5-A348E2B09E52}" dt="2026-09-09T04:06:02.317" v="3"/>
          <ac:spMkLst>
            <pc:docMk/>
            <pc:sldMk cId="0" sldId="258"/>
            <ac:spMk id="8" creationId="{00000000-0000-0000-0000-000000000000}"/>
          </ac:spMkLst>
        </pc:spChg>
      </pc:sldChg>
      <pc:sldChg chg="delSp modSp">
        <pc:chgData name="23341A0574 - GADIBANTU MANIKANTA CHARITA SAI" userId="S::23341a0574@gmrit.edu.in::8b991e12-ee5e-4bd8-a266-a49ef9b2eed4" providerId="AD" clId="Web-{DCB963E3-27C0-A269-2DD5-A348E2B09E52}" dt="2026-09-09T04:06:05.895" v="4"/>
        <pc:sldMkLst>
          <pc:docMk/>
          <pc:sldMk cId="0" sldId="259"/>
        </pc:sldMkLst>
        <pc:spChg chg="mod">
          <ac:chgData name="23341A0574 - GADIBANTU MANIKANTA CHARITA SAI" userId="S::23341a0574@gmrit.edu.in::8b991e12-ee5e-4bd8-a266-a49ef9b2eed4" providerId="AD" clId="Web-{DCB963E3-27C0-A269-2DD5-A348E2B09E52}" dt="2026-09-09T04:04:50.675" v="0" actId="1076"/>
          <ac:spMkLst>
            <pc:docMk/>
            <pc:sldMk cId="0" sldId="259"/>
            <ac:spMk id="9" creationId="{00000000-0000-0000-0000-000000000000}"/>
          </ac:spMkLst>
        </pc:spChg>
        <pc:spChg chg="del">
          <ac:chgData name="23341A0574 - GADIBANTU MANIKANTA CHARITA SAI" userId="S::23341a0574@gmrit.edu.in::8b991e12-ee5e-4bd8-a266-a49ef9b2eed4" providerId="AD" clId="Web-{DCB963E3-27C0-A269-2DD5-A348E2B09E52}" dt="2026-09-09T04:06:05.895" v="4"/>
          <ac:spMkLst>
            <pc:docMk/>
            <pc:sldMk cId="0" sldId="259"/>
            <ac:spMk id="10" creationId="{00000000-0000-0000-0000-000000000000}"/>
          </ac:spMkLst>
        </pc:spChg>
      </pc:sldChg>
      <pc:sldChg chg="delSp">
        <pc:chgData name="23341A0574 - GADIBANTU MANIKANTA CHARITA SAI" userId="S::23341a0574@gmrit.edu.in::8b991e12-ee5e-4bd8-a266-a49ef9b2eed4" providerId="AD" clId="Web-{DCB963E3-27C0-A269-2DD5-A348E2B09E52}" dt="2026-09-09T04:06:10.332" v="5"/>
        <pc:sldMkLst>
          <pc:docMk/>
          <pc:sldMk cId="0" sldId="261"/>
        </pc:sldMkLst>
        <pc:spChg chg="del">
          <ac:chgData name="23341A0574 - GADIBANTU MANIKANTA CHARITA SAI" userId="S::23341a0574@gmrit.edu.in::8b991e12-ee5e-4bd8-a266-a49ef9b2eed4" providerId="AD" clId="Web-{DCB963E3-27C0-A269-2DD5-A348E2B09E52}" dt="2026-09-09T04:06:10.332" v="5"/>
          <ac:spMkLst>
            <pc:docMk/>
            <pc:sldMk cId="0" sldId="261"/>
            <ac:spMk id="10" creationId="{00000000-0000-0000-0000-000000000000}"/>
          </ac:spMkLst>
        </pc:spChg>
      </pc:sldChg>
      <pc:sldChg chg="delSp">
        <pc:chgData name="23341A0574 - GADIBANTU MANIKANTA CHARITA SAI" userId="S::23341a0574@gmrit.edu.in::8b991e12-ee5e-4bd8-a266-a49ef9b2eed4" providerId="AD" clId="Web-{DCB963E3-27C0-A269-2DD5-A348E2B09E52}" dt="2026-09-09T04:06:19.801" v="7"/>
        <pc:sldMkLst>
          <pc:docMk/>
          <pc:sldMk cId="0" sldId="262"/>
        </pc:sldMkLst>
        <pc:spChg chg="del">
          <ac:chgData name="23341A0574 - GADIBANTU MANIKANTA CHARITA SAI" userId="S::23341a0574@gmrit.edu.in::8b991e12-ee5e-4bd8-a266-a49ef9b2eed4" providerId="AD" clId="Web-{DCB963E3-27C0-A269-2DD5-A348E2B09E52}" dt="2026-09-09T04:06:19.801" v="7"/>
          <ac:spMkLst>
            <pc:docMk/>
            <pc:sldMk cId="0" sldId="262"/>
            <ac:spMk id="7" creationId="{00000000-0000-0000-0000-000000000000}"/>
          </ac:spMkLst>
        </pc:spChg>
      </pc:sldChg>
      <pc:sldChg chg="delSp">
        <pc:chgData name="23341A0574 - GADIBANTU MANIKANTA CHARITA SAI" userId="S::23341a0574@gmrit.edu.in::8b991e12-ee5e-4bd8-a266-a49ef9b2eed4" providerId="AD" clId="Web-{DCB963E3-27C0-A269-2DD5-A348E2B09E52}" dt="2026-09-09T04:06:26.176" v="8"/>
        <pc:sldMkLst>
          <pc:docMk/>
          <pc:sldMk cId="0" sldId="263"/>
        </pc:sldMkLst>
        <pc:spChg chg="del">
          <ac:chgData name="23341A0574 - GADIBANTU MANIKANTA CHARITA SAI" userId="S::23341a0574@gmrit.edu.in::8b991e12-ee5e-4bd8-a266-a49ef9b2eed4" providerId="AD" clId="Web-{DCB963E3-27C0-A269-2DD5-A348E2B09E52}" dt="2026-09-09T04:06:26.176" v="8"/>
          <ac:spMkLst>
            <pc:docMk/>
            <pc:sldMk cId="0" sldId="263"/>
            <ac:spMk id="8" creationId="{00000000-0000-0000-0000-000000000000}"/>
          </ac:spMkLst>
        </pc:spChg>
      </pc:sldChg>
      <pc:sldChg chg="delSp">
        <pc:chgData name="23341A0574 - GADIBANTU MANIKANTA CHARITA SAI" userId="S::23341a0574@gmrit.edu.in::8b991e12-ee5e-4bd8-a266-a49ef9b2eed4" providerId="AD" clId="Web-{DCB963E3-27C0-A269-2DD5-A348E2B09E52}" dt="2026-09-09T04:06:31.817" v="9"/>
        <pc:sldMkLst>
          <pc:docMk/>
          <pc:sldMk cId="0" sldId="264"/>
        </pc:sldMkLst>
        <pc:spChg chg="del">
          <ac:chgData name="23341A0574 - GADIBANTU MANIKANTA CHARITA SAI" userId="S::23341a0574@gmrit.edu.in::8b991e12-ee5e-4bd8-a266-a49ef9b2eed4" providerId="AD" clId="Web-{DCB963E3-27C0-A269-2DD5-A348E2B09E52}" dt="2026-09-09T04:06:31.817" v="9"/>
          <ac:spMkLst>
            <pc:docMk/>
            <pc:sldMk cId="0" sldId="264"/>
            <ac:spMk id="11" creationId="{00000000-0000-0000-0000-000000000000}"/>
          </ac:spMkLst>
        </pc:spChg>
      </pc:sldChg>
      <pc:sldChg chg="delSp">
        <pc:chgData name="23341A0574 - GADIBANTU MANIKANTA CHARITA SAI" userId="S::23341a0574@gmrit.edu.in::8b991e12-ee5e-4bd8-a266-a49ef9b2eed4" providerId="AD" clId="Web-{DCB963E3-27C0-A269-2DD5-A348E2B09E52}" dt="2026-09-09T04:06:35.927" v="10"/>
        <pc:sldMkLst>
          <pc:docMk/>
          <pc:sldMk cId="0" sldId="265"/>
        </pc:sldMkLst>
        <pc:spChg chg="del">
          <ac:chgData name="23341A0574 - GADIBANTU MANIKANTA CHARITA SAI" userId="S::23341a0574@gmrit.edu.in::8b991e12-ee5e-4bd8-a266-a49ef9b2eed4" providerId="AD" clId="Web-{DCB963E3-27C0-A269-2DD5-A348E2B09E52}" dt="2026-09-09T04:06:35.927" v="10"/>
          <ac:spMkLst>
            <pc:docMk/>
            <pc:sldMk cId="0" sldId="265"/>
            <ac:spMk id="7" creationId="{00000000-0000-0000-0000-000000000000}"/>
          </ac:spMkLst>
        </pc:spChg>
      </pc:sldChg>
      <pc:sldChg chg="delSp">
        <pc:chgData name="23341A0574 - GADIBANTU MANIKANTA CHARITA SAI" userId="S::23341a0574@gmrit.edu.in::8b991e12-ee5e-4bd8-a266-a49ef9b2eed4" providerId="AD" clId="Web-{DCB963E3-27C0-A269-2DD5-A348E2B09E52}" dt="2026-09-09T04:06:16.208" v="6"/>
        <pc:sldMkLst>
          <pc:docMk/>
          <pc:sldMk cId="0" sldId="266"/>
        </pc:sldMkLst>
        <pc:spChg chg="del">
          <ac:chgData name="23341A0574 - GADIBANTU MANIKANTA CHARITA SAI" userId="S::23341a0574@gmrit.edu.in::8b991e12-ee5e-4bd8-a266-a49ef9b2eed4" providerId="AD" clId="Web-{DCB963E3-27C0-A269-2DD5-A348E2B09E52}" dt="2026-09-09T04:06:16.208" v="6"/>
          <ac:spMkLst>
            <pc:docMk/>
            <pc:sldMk cId="0" sldId="266"/>
            <ac:spMk id="6" creationId="{00000000-0000-0000-0000-000000000000}"/>
          </ac:spMkLst>
        </pc:spChg>
      </pc:sldChg>
      <pc:sldChg chg="delSp">
        <pc:chgData name="23341A0574 - GADIBANTU MANIKANTA CHARITA SAI" userId="S::23341a0574@gmrit.edu.in::8b991e12-ee5e-4bd8-a266-a49ef9b2eed4" providerId="AD" clId="Web-{DCB963E3-27C0-A269-2DD5-A348E2B09E52}" dt="2026-09-09T04:06:39.864" v="11"/>
        <pc:sldMkLst>
          <pc:docMk/>
          <pc:sldMk cId="0" sldId="267"/>
        </pc:sldMkLst>
        <pc:spChg chg="del">
          <ac:chgData name="23341A0574 - GADIBANTU MANIKANTA CHARITA SAI" userId="S::23341a0574@gmrit.edu.in::8b991e12-ee5e-4bd8-a266-a49ef9b2eed4" providerId="AD" clId="Web-{DCB963E3-27C0-A269-2DD5-A348E2B09E52}" dt="2026-09-09T04:06:39.864" v="11"/>
          <ac:spMkLst>
            <pc:docMk/>
            <pc:sldMk cId="0" sldId="267"/>
            <ac:spMk id="9" creationId="{00000000-0000-0000-0000-000000000000}"/>
          </ac:spMkLst>
        </pc:spChg>
      </pc:sldChg>
      <pc:sldChg chg="delSp">
        <pc:chgData name="23341A0574 - GADIBANTU MANIKANTA CHARITA SAI" userId="S::23341a0574@gmrit.edu.in::8b991e12-ee5e-4bd8-a266-a49ef9b2eed4" providerId="AD" clId="Web-{DCB963E3-27C0-A269-2DD5-A348E2B09E52}" dt="2026-09-09T04:06:43.239" v="12"/>
        <pc:sldMkLst>
          <pc:docMk/>
          <pc:sldMk cId="0" sldId="268"/>
        </pc:sldMkLst>
        <pc:spChg chg="del">
          <ac:chgData name="23341A0574 - GADIBANTU MANIKANTA CHARITA SAI" userId="S::23341a0574@gmrit.edu.in::8b991e12-ee5e-4bd8-a266-a49ef9b2eed4" providerId="AD" clId="Web-{DCB963E3-27C0-A269-2DD5-A348E2B09E52}" dt="2026-09-09T04:06:43.239" v="12"/>
          <ac:spMkLst>
            <pc:docMk/>
            <pc:sldMk cId="0" sldId="268"/>
            <ac:spMk id="9" creationId="{00000000-0000-0000-0000-000000000000}"/>
          </ac:spMkLst>
        </pc:spChg>
      </pc:sldChg>
      <pc:sldChg chg="delSp">
        <pc:chgData name="23341A0574 - GADIBANTU MANIKANTA CHARITA SAI" userId="S::23341a0574@gmrit.edu.in::8b991e12-ee5e-4bd8-a266-a49ef9b2eed4" providerId="AD" clId="Web-{DCB963E3-27C0-A269-2DD5-A348E2B09E52}" dt="2026-09-09T04:06:47.552" v="13"/>
        <pc:sldMkLst>
          <pc:docMk/>
          <pc:sldMk cId="0" sldId="269"/>
        </pc:sldMkLst>
        <pc:spChg chg="del">
          <ac:chgData name="23341A0574 - GADIBANTU MANIKANTA CHARITA SAI" userId="S::23341a0574@gmrit.edu.in::8b991e12-ee5e-4bd8-a266-a49ef9b2eed4" providerId="AD" clId="Web-{DCB963E3-27C0-A269-2DD5-A348E2B09E52}" dt="2026-09-09T04:06:47.552" v="13"/>
          <ac:spMkLst>
            <pc:docMk/>
            <pc:sldMk cId="0" sldId="269"/>
            <ac:spMk id="7" creationId="{00000000-0000-0000-0000-000000000000}"/>
          </ac:spMkLst>
        </pc:spChg>
      </pc:sldChg>
      <pc:sldChg chg="delSp">
        <pc:chgData name="23341A0574 - GADIBANTU MANIKANTA CHARITA SAI" userId="S::23341a0574@gmrit.edu.in::8b991e12-ee5e-4bd8-a266-a49ef9b2eed4" providerId="AD" clId="Web-{DCB963E3-27C0-A269-2DD5-A348E2B09E52}" dt="2026-09-09T04:06:50.770" v="14"/>
        <pc:sldMkLst>
          <pc:docMk/>
          <pc:sldMk cId="0" sldId="271"/>
        </pc:sldMkLst>
        <pc:spChg chg="del">
          <ac:chgData name="23341A0574 - GADIBANTU MANIKANTA CHARITA SAI" userId="S::23341a0574@gmrit.edu.in::8b991e12-ee5e-4bd8-a266-a49ef9b2eed4" providerId="AD" clId="Web-{DCB963E3-27C0-A269-2DD5-A348E2B09E52}" dt="2026-09-09T04:06:50.770" v="14"/>
          <ac:spMkLst>
            <pc:docMk/>
            <pc:sldMk cId="0" sldId="271"/>
            <ac:spMk id="19" creationId="{00000000-0000-0000-0000-000000000000}"/>
          </ac:spMkLst>
        </pc:spChg>
      </pc:sldChg>
      <pc:sldChg chg="delSp">
        <pc:chgData name="23341A0574 - GADIBANTU MANIKANTA CHARITA SAI" userId="S::23341a0574@gmrit.edu.in::8b991e12-ee5e-4bd8-a266-a49ef9b2eed4" providerId="AD" clId="Web-{DCB963E3-27C0-A269-2DD5-A348E2B09E52}" dt="2026-09-09T04:06:55.114" v="15"/>
        <pc:sldMkLst>
          <pc:docMk/>
          <pc:sldMk cId="0" sldId="273"/>
        </pc:sldMkLst>
        <pc:spChg chg="del">
          <ac:chgData name="23341A0574 - GADIBANTU MANIKANTA CHARITA SAI" userId="S::23341a0574@gmrit.edu.in::8b991e12-ee5e-4bd8-a266-a49ef9b2eed4" providerId="AD" clId="Web-{DCB963E3-27C0-A269-2DD5-A348E2B09E52}" dt="2026-09-09T04:06:55.114" v="15"/>
          <ac:spMkLst>
            <pc:docMk/>
            <pc:sldMk cId="0" sldId="273"/>
            <ac:spMk id="32" creationId="{00000000-0000-0000-0000-000000000000}"/>
          </ac:spMkLst>
        </pc:spChg>
      </pc:sldChg>
    </pc:docChg>
  </pc:docChgLst>
  <pc:docChgLst>
    <pc:chgData name="23341A0574 - GADIBANTU MANIKANTA CHARITA SAI" userId="S::23341a0574@gmrit.edu.in::8b991e12-ee5e-4bd8-a266-a49ef9b2eed4" providerId="AD" clId="Web-{9F524392-F7D6-3661-72FF-204F4C4D306E}"/>
    <pc:docChg chg="modSld">
      <pc:chgData name="23341A0574 - GADIBANTU MANIKANTA CHARITA SAI" userId="S::23341a0574@gmrit.edu.in::8b991e12-ee5e-4bd8-a266-a49ef9b2eed4" providerId="AD" clId="Web-{9F524392-F7D6-3661-72FF-204F4C4D306E}" dt="2026-09-08T06:40:33.807" v="22" actId="20577"/>
      <pc:docMkLst>
        <pc:docMk/>
      </pc:docMkLst>
      <pc:sldChg chg="delSp modSp">
        <pc:chgData name="23341A0574 - GADIBANTU MANIKANTA CHARITA SAI" userId="S::23341a0574@gmrit.edu.in::8b991e12-ee5e-4bd8-a266-a49ef9b2eed4" providerId="AD" clId="Web-{9F524392-F7D6-3661-72FF-204F4C4D306E}" dt="2026-09-08T06:39:23.696" v="17" actId="20577"/>
        <pc:sldMkLst>
          <pc:docMk/>
          <pc:sldMk cId="0" sldId="261"/>
        </pc:sldMkLst>
        <pc:spChg chg="mod">
          <ac:chgData name="23341A0574 - GADIBANTU MANIKANTA CHARITA SAI" userId="S::23341a0574@gmrit.edu.in::8b991e12-ee5e-4bd8-a266-a49ef9b2eed4" providerId="AD" clId="Web-{9F524392-F7D6-3661-72FF-204F4C4D306E}" dt="2026-09-08T06:39:23.696" v="17" actId="20577"/>
          <ac:spMkLst>
            <pc:docMk/>
            <pc:sldMk cId="0" sldId="261"/>
            <ac:spMk id="2" creationId="{00000000-0000-0000-0000-000000000000}"/>
          </ac:spMkLst>
        </pc:spChg>
        <pc:spChg chg="del">
          <ac:chgData name="23341A0574 - GADIBANTU MANIKANTA CHARITA SAI" userId="S::23341a0574@gmrit.edu.in::8b991e12-ee5e-4bd8-a266-a49ef9b2eed4" providerId="AD" clId="Web-{9F524392-F7D6-3661-72FF-204F4C4D306E}" dt="2026-09-08T06:37:15.179" v="0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23341A0574 - GADIBANTU MANIKANTA CHARITA SAI" userId="S::23341a0574@gmrit.edu.in::8b991e12-ee5e-4bd8-a266-a49ef9b2eed4" providerId="AD" clId="Web-{9F524392-F7D6-3661-72FF-204F4C4D306E}" dt="2026-09-08T06:39:45.478" v="18" actId="20577"/>
        <pc:sldMkLst>
          <pc:docMk/>
          <pc:sldMk cId="0" sldId="265"/>
        </pc:sldMkLst>
        <pc:spChg chg="mod">
          <ac:chgData name="23341A0574 - GADIBANTU MANIKANTA CHARITA SAI" userId="S::23341a0574@gmrit.edu.in::8b991e12-ee5e-4bd8-a266-a49ef9b2eed4" providerId="AD" clId="Web-{9F524392-F7D6-3661-72FF-204F4C4D306E}" dt="2026-09-08T06:39:45.478" v="18" actId="20577"/>
          <ac:spMkLst>
            <pc:docMk/>
            <pc:sldMk cId="0" sldId="265"/>
            <ac:spMk id="2" creationId="{00000000-0000-0000-0000-000000000000}"/>
          </ac:spMkLst>
        </pc:spChg>
      </pc:sldChg>
      <pc:sldChg chg="modSp">
        <pc:chgData name="23341A0574 - GADIBANTU MANIKANTA CHARITA SAI" userId="S::23341a0574@gmrit.edu.in::8b991e12-ee5e-4bd8-a266-a49ef9b2eed4" providerId="AD" clId="Web-{9F524392-F7D6-3661-72FF-204F4C4D306E}" dt="2026-09-08T06:39:55.447" v="19" actId="20577"/>
        <pc:sldMkLst>
          <pc:docMk/>
          <pc:sldMk cId="0" sldId="267"/>
        </pc:sldMkLst>
        <pc:spChg chg="mod">
          <ac:chgData name="23341A0574 - GADIBANTU MANIKANTA CHARITA SAI" userId="S::23341a0574@gmrit.edu.in::8b991e12-ee5e-4bd8-a266-a49ef9b2eed4" providerId="AD" clId="Web-{9F524392-F7D6-3661-72FF-204F4C4D306E}" dt="2026-09-08T06:39:55.447" v="19" actId="20577"/>
          <ac:spMkLst>
            <pc:docMk/>
            <pc:sldMk cId="0" sldId="267"/>
            <ac:spMk id="2" creationId="{00000000-0000-0000-0000-000000000000}"/>
          </ac:spMkLst>
        </pc:spChg>
      </pc:sldChg>
      <pc:sldChg chg="modSp">
        <pc:chgData name="23341A0574 - GADIBANTU MANIKANTA CHARITA SAI" userId="S::23341a0574@gmrit.edu.in::8b991e12-ee5e-4bd8-a266-a49ef9b2eed4" providerId="AD" clId="Web-{9F524392-F7D6-3661-72FF-204F4C4D306E}" dt="2026-09-08T06:40:28.041" v="21" actId="20577"/>
        <pc:sldMkLst>
          <pc:docMk/>
          <pc:sldMk cId="0" sldId="268"/>
        </pc:sldMkLst>
        <pc:spChg chg="mod">
          <ac:chgData name="23341A0574 - GADIBANTU MANIKANTA CHARITA SAI" userId="S::23341a0574@gmrit.edu.in::8b991e12-ee5e-4bd8-a266-a49ef9b2eed4" providerId="AD" clId="Web-{9F524392-F7D6-3661-72FF-204F4C4D306E}" dt="2026-09-08T06:40:28.041" v="21" actId="20577"/>
          <ac:spMkLst>
            <pc:docMk/>
            <pc:sldMk cId="0" sldId="268"/>
            <ac:spMk id="2" creationId="{00000000-0000-0000-0000-000000000000}"/>
          </ac:spMkLst>
        </pc:spChg>
      </pc:sldChg>
      <pc:sldChg chg="modSp">
        <pc:chgData name="23341A0574 - GADIBANTU MANIKANTA CHARITA SAI" userId="S::23341a0574@gmrit.edu.in::8b991e12-ee5e-4bd8-a266-a49ef9b2eed4" providerId="AD" clId="Web-{9F524392-F7D6-3661-72FF-204F4C4D306E}" dt="2026-09-08T06:40:33.807" v="22" actId="20577"/>
        <pc:sldMkLst>
          <pc:docMk/>
          <pc:sldMk cId="0" sldId="269"/>
        </pc:sldMkLst>
        <pc:spChg chg="mod">
          <ac:chgData name="23341A0574 - GADIBANTU MANIKANTA CHARITA SAI" userId="S::23341a0574@gmrit.edu.in::8b991e12-ee5e-4bd8-a266-a49ef9b2eed4" providerId="AD" clId="Web-{9F524392-F7D6-3661-72FF-204F4C4D306E}" dt="2026-09-08T06:40:33.807" v="22" actId="20577"/>
          <ac:spMkLst>
            <pc:docMk/>
            <pc:sldMk cId="0" sldId="269"/>
            <ac:spMk id="2" creationId="{00000000-0000-0000-0000-000000000000}"/>
          </ac:spMkLst>
        </pc:spChg>
      </pc:sldChg>
    </pc:docChg>
  </pc:docChgLst>
  <pc:docChgLst>
    <pc:chgData name="23341A0574 - GADIBANTU MANIKANTA CHARITA SAI" userId="S::23341a0574@gmrit.edu.in::8b991e12-ee5e-4bd8-a266-a49ef9b2eed4" providerId="AD" clId="Web-{060481E4-D98A-A336-0FA6-45CB4B0AC971}"/>
    <pc:docChg chg="modSld">
      <pc:chgData name="23341A0574 - GADIBANTU MANIKANTA CHARITA SAI" userId="S::23341a0574@gmrit.edu.in::8b991e12-ee5e-4bd8-a266-a49ef9b2eed4" providerId="AD" clId="Web-{060481E4-D98A-A336-0FA6-45CB4B0AC971}" dt="2026-09-08T06:07:17.005" v="61" actId="1076"/>
      <pc:docMkLst>
        <pc:docMk/>
      </pc:docMkLst>
      <pc:sldChg chg="delSp modSp">
        <pc:chgData name="23341A0574 - GADIBANTU MANIKANTA CHARITA SAI" userId="S::23341a0574@gmrit.edu.in::8b991e12-ee5e-4bd8-a266-a49ef9b2eed4" providerId="AD" clId="Web-{060481E4-D98A-A336-0FA6-45CB4B0AC971}" dt="2026-09-08T06:06:45.724" v="60" actId="1076"/>
        <pc:sldMkLst>
          <pc:docMk/>
          <pc:sldMk cId="0" sldId="271"/>
        </pc:sldMkLst>
        <pc:spChg chg="del">
          <ac:chgData name="23341A0574 - GADIBANTU MANIKANTA CHARITA SAI" userId="S::23341a0574@gmrit.edu.in::8b991e12-ee5e-4bd8-a266-a49ef9b2eed4" providerId="AD" clId="Web-{060481E4-D98A-A336-0FA6-45CB4B0AC971}" dt="2026-09-08T06:01:58.893" v="0"/>
          <ac:spMkLst>
            <pc:docMk/>
            <pc:sldMk cId="0" sldId="271"/>
            <ac:spMk id="2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60481E4-D98A-A336-0FA6-45CB4B0AC971}" dt="2026-09-08T06:02:55.675" v="9" actId="1076"/>
          <ac:spMkLst>
            <pc:docMk/>
            <pc:sldMk cId="0" sldId="271"/>
            <ac:spMk id="3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60481E4-D98A-A336-0FA6-45CB4B0AC971}" dt="2026-09-08T06:03:19.394" v="15" actId="20577"/>
          <ac:spMkLst>
            <pc:docMk/>
            <pc:sldMk cId="0" sldId="271"/>
            <ac:spMk id="5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60481E4-D98A-A336-0FA6-45CB4B0AC971}" dt="2026-09-08T06:03:47.097" v="21" actId="1076"/>
          <ac:spMkLst>
            <pc:docMk/>
            <pc:sldMk cId="0" sldId="271"/>
            <ac:spMk id="6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60481E4-D98A-A336-0FA6-45CB4B0AC971}" dt="2026-09-08T06:04:01.363" v="26" actId="20577"/>
          <ac:spMkLst>
            <pc:docMk/>
            <pc:sldMk cId="0" sldId="271"/>
            <ac:spMk id="8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60481E4-D98A-A336-0FA6-45CB4B0AC971}" dt="2026-09-08T06:04:18.676" v="31" actId="20577"/>
          <ac:spMkLst>
            <pc:docMk/>
            <pc:sldMk cId="0" sldId="271"/>
            <ac:spMk id="9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60481E4-D98A-A336-0FA6-45CB4B0AC971}" dt="2026-09-08T06:04:41.004" v="36" actId="20577"/>
          <ac:spMkLst>
            <pc:docMk/>
            <pc:sldMk cId="0" sldId="271"/>
            <ac:spMk id="11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60481E4-D98A-A336-0FA6-45CB4B0AC971}" dt="2026-09-08T06:05:00.316" v="41" actId="1076"/>
          <ac:spMkLst>
            <pc:docMk/>
            <pc:sldMk cId="0" sldId="271"/>
            <ac:spMk id="12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60481E4-D98A-A336-0FA6-45CB4B0AC971}" dt="2026-09-08T06:05:15.723" v="46" actId="20577"/>
          <ac:spMkLst>
            <pc:docMk/>
            <pc:sldMk cId="0" sldId="271"/>
            <ac:spMk id="14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60481E4-D98A-A336-0FA6-45CB4B0AC971}" dt="2026-09-08T06:06:45.724" v="60" actId="1076"/>
          <ac:spMkLst>
            <pc:docMk/>
            <pc:sldMk cId="0" sldId="271"/>
            <ac:spMk id="15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60481E4-D98A-A336-0FA6-45CB4B0AC971}" dt="2026-09-08T06:06:11.817" v="55" actId="20577"/>
          <ac:spMkLst>
            <pc:docMk/>
            <pc:sldMk cId="0" sldId="271"/>
            <ac:spMk id="17" creationId="{00000000-0000-0000-0000-000000000000}"/>
          </ac:spMkLst>
        </pc:spChg>
        <pc:spChg chg="mod">
          <ac:chgData name="23341A0574 - GADIBANTU MANIKANTA CHARITA SAI" userId="S::23341a0574@gmrit.edu.in::8b991e12-ee5e-4bd8-a266-a49ef9b2eed4" providerId="AD" clId="Web-{060481E4-D98A-A336-0FA6-45CB4B0AC971}" dt="2026-09-08T06:06:32.427" v="59" actId="1076"/>
          <ac:spMkLst>
            <pc:docMk/>
            <pc:sldMk cId="0" sldId="271"/>
            <ac:spMk id="18" creationId="{00000000-0000-0000-0000-000000000000}"/>
          </ac:spMkLst>
        </pc:spChg>
      </pc:sldChg>
      <pc:sldChg chg="modSp">
        <pc:chgData name="23341A0574 - GADIBANTU MANIKANTA CHARITA SAI" userId="S::23341a0574@gmrit.edu.in::8b991e12-ee5e-4bd8-a266-a49ef9b2eed4" providerId="AD" clId="Web-{060481E4-D98A-A336-0FA6-45CB4B0AC971}" dt="2026-09-08T06:07:17.005" v="61" actId="1076"/>
        <pc:sldMkLst>
          <pc:docMk/>
          <pc:sldMk cId="0" sldId="273"/>
        </pc:sldMkLst>
        <pc:spChg chg="mod">
          <ac:chgData name="23341A0574 - GADIBANTU MANIKANTA CHARITA SAI" userId="S::23341a0574@gmrit.edu.in::8b991e12-ee5e-4bd8-a266-a49ef9b2eed4" providerId="AD" clId="Web-{060481E4-D98A-A336-0FA6-45CB4B0AC971}" dt="2026-09-08T06:07:17.005" v="61" actId="1076"/>
          <ac:spMkLst>
            <pc:docMk/>
            <pc:sldMk cId="0" sldId="273"/>
            <ac:spMk id="2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Observations</c:v>
                </c:pt>
              </c:strCache>
            </c:strRef>
          </c:tx>
          <c:spPr>
            <a:solidFill>
              <a:srgbClr val="265C91"/>
            </a:solidFill>
            <a:ln>
              <a:solidFill>
                <a:srgbClr val="265C91"/>
              </a:solidFill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Benign</c:v>
                </c:pt>
                <c:pt idx="1">
                  <c:v>Malignant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357</c:v>
                </c:pt>
                <c:pt idx="1">
                  <c:v>212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265C91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499-44A5-ACBF-E492F397C5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00"/>
        </c:scaling>
        <c:delete val="0"/>
        <c:axPos val="l"/>
        <c:majorGridlines>
          <c:spPr>
            <a:ln>
              <a:solidFill>
                <a:srgbClr val="DDE3EA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265C91"/>
            </a:solidFill>
            <a:ln>
              <a:solidFill>
                <a:srgbClr val="265C91"/>
              </a:solidFill>
            </a:ln>
          </c:spPr>
          <c:invertIfNegative val="1"/>
          <c:cat>
            <c:strRef>
              <c:f>Sheet1!$A$2:$A$11</c:f>
              <c:strCache>
                <c:ptCount val="10"/>
                <c:pt idx="0">
                  <c:v>area_worst</c:v>
                </c:pt>
                <c:pt idx="1">
                  <c:v>concave points_worst</c:v>
                </c:pt>
                <c:pt idx="2">
                  <c:v>radius_worst</c:v>
                </c:pt>
                <c:pt idx="3">
                  <c:v>perimeter_worst</c:v>
                </c:pt>
                <c:pt idx="4">
                  <c:v>concave points_mean</c:v>
                </c:pt>
                <c:pt idx="5">
                  <c:v>perimeter_mean</c:v>
                </c:pt>
                <c:pt idx="6">
                  <c:v>radius_mean</c:v>
                </c:pt>
                <c:pt idx="7">
                  <c:v>concavity_mean</c:v>
                </c:pt>
                <c:pt idx="8">
                  <c:v>area_mean</c:v>
                </c:pt>
                <c:pt idx="9">
                  <c:v>concavity_worst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0.15140000000000001</c:v>
                </c:pt>
                <c:pt idx="1">
                  <c:v>0.1265</c:v>
                </c:pt>
                <c:pt idx="2">
                  <c:v>9.35E-2</c:v>
                </c:pt>
                <c:pt idx="3">
                  <c:v>8.3599999999999994E-2</c:v>
                </c:pt>
                <c:pt idx="4">
                  <c:v>8.1100000000000005E-2</c:v>
                </c:pt>
                <c:pt idx="5">
                  <c:v>7.7100000000000002E-2</c:v>
                </c:pt>
                <c:pt idx="6">
                  <c:v>6.2E-2</c:v>
                </c:pt>
                <c:pt idx="7">
                  <c:v>5.0799999999999998E-2</c:v>
                </c:pt>
                <c:pt idx="8">
                  <c:v>4.5900000000000003E-2</c:v>
                </c:pt>
                <c:pt idx="9">
                  <c:v>0.03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265C91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14F-4657-BDE2-C44FCBB5FD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DDE3EA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265C91"/>
            </a:solidFill>
            <a:ln>
              <a:solidFill>
                <a:srgbClr val="265C91"/>
              </a:solidFill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SVM</c:v>
                </c:pt>
                <c:pt idx="2">
                  <c:v>Random
Forest</c:v>
                </c:pt>
                <c:pt idx="3">
                  <c:v>XGBoost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96.49</c:v>
                </c:pt>
                <c:pt idx="1">
                  <c:v>97.37</c:v>
                </c:pt>
                <c:pt idx="2">
                  <c:v>96.49</c:v>
                </c:pt>
                <c:pt idx="3">
                  <c:v>96.49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265C91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E9DD-42EE-B467-37FD48C5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</c:scaling>
        <c:delete val="0"/>
        <c:axPos val="l"/>
        <c:majorGridlines>
          <c:spPr>
            <a:ln>
              <a:solidFill>
                <a:srgbClr val="DDE3EA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Recall (%)</c:v>
                </c:pt>
              </c:strCache>
            </c:strRef>
          </c:tx>
          <c:spPr>
            <a:solidFill>
              <a:srgbClr val="327E7D"/>
            </a:solidFill>
            <a:ln>
              <a:solidFill>
                <a:srgbClr val="327E7D"/>
              </a:solidFill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SVM</c:v>
                </c:pt>
                <c:pt idx="2">
                  <c:v>Random
Forest</c:v>
                </c:pt>
                <c:pt idx="3">
                  <c:v>XGBoost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92.86</c:v>
                </c:pt>
                <c:pt idx="1">
                  <c:v>92.86</c:v>
                </c:pt>
                <c:pt idx="2">
                  <c:v>90.48</c:v>
                </c:pt>
                <c:pt idx="3">
                  <c:v>90.48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327E7D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243-4345-ABF2-FA98EB3B9D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</c:scaling>
        <c:delete val="0"/>
        <c:axPos val="l"/>
        <c:majorGridlines>
          <c:spPr>
            <a:ln>
              <a:solidFill>
                <a:srgbClr val="DDE3EA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265C91"/>
            </a:solidFill>
            <a:ln>
              <a:solidFill>
                <a:srgbClr val="265C91"/>
              </a:solidFill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SVM</c:v>
                </c:pt>
                <c:pt idx="2">
                  <c:v>Random
Forest</c:v>
                </c:pt>
                <c:pt idx="3">
                  <c:v>XGBoost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99.12</c:v>
                </c:pt>
                <c:pt idx="1">
                  <c:v>89.47</c:v>
                </c:pt>
                <c:pt idx="2">
                  <c:v>97.37</c:v>
                </c:pt>
                <c:pt idx="3">
                  <c:v>96.49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265C91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033-42A7-B729-BACF535A4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</c:scaling>
        <c:delete val="0"/>
        <c:axPos val="l"/>
        <c:majorGridlines>
          <c:spPr>
            <a:ln>
              <a:solidFill>
                <a:srgbClr val="DDE3EA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Recall (%)</c:v>
                </c:pt>
              </c:strCache>
            </c:strRef>
          </c:tx>
          <c:spPr>
            <a:solidFill>
              <a:srgbClr val="327E7D"/>
            </a:solidFill>
            <a:ln>
              <a:solidFill>
                <a:srgbClr val="327E7D"/>
              </a:solidFill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SVM</c:v>
                </c:pt>
                <c:pt idx="2">
                  <c:v>Random
Forest</c:v>
                </c:pt>
                <c:pt idx="3">
                  <c:v>XGBoost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97.62</c:v>
                </c:pt>
                <c:pt idx="1">
                  <c:v>97.62</c:v>
                </c:pt>
                <c:pt idx="2">
                  <c:v>92.86</c:v>
                </c:pt>
                <c:pt idx="3">
                  <c:v>90.48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327E7D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E41-4F9B-819C-1D5802E45C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</c:scaling>
        <c:delete val="0"/>
        <c:axPos val="l"/>
        <c:majorGridlines>
          <c:spPr>
            <a:ln>
              <a:solidFill>
                <a:srgbClr val="DDE3EA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Recall (%)</c:v>
                </c:pt>
              </c:strCache>
            </c:strRef>
          </c:tx>
          <c:spPr>
            <a:solidFill>
              <a:srgbClr val="327E7D"/>
            </a:solidFill>
            <a:ln>
              <a:solidFill>
                <a:srgbClr val="327E7D"/>
              </a:solidFill>
            </a:ln>
          </c:spPr>
          <c:invertIfNegative val="1"/>
          <c:cat>
            <c:strRef>
              <c:f>Sheet1!$A$2:$A$10</c:f>
              <c:strCache>
                <c:ptCount val="9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100</c:v>
                </c:pt>
                <c:pt idx="1">
                  <c:v>100</c:v>
                </c:pt>
                <c:pt idx="2">
                  <c:v>97.6</c:v>
                </c:pt>
                <c:pt idx="3">
                  <c:v>97.6</c:v>
                </c:pt>
                <c:pt idx="4">
                  <c:v>97.6</c:v>
                </c:pt>
                <c:pt idx="5">
                  <c:v>95.2</c:v>
                </c:pt>
                <c:pt idx="6">
                  <c:v>90.5</c:v>
                </c:pt>
                <c:pt idx="7">
                  <c:v>83.3</c:v>
                </c:pt>
                <c:pt idx="8">
                  <c:v>73.8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327E7D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9C23-4EE6-A8AD-4E0208720F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5"/>
        </c:scaling>
        <c:delete val="0"/>
        <c:axPos val="l"/>
        <c:majorGridlines>
          <c:spPr>
            <a:ln>
              <a:solidFill>
                <a:srgbClr val="DDE3EA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 (%)</c:v>
                </c:pt>
              </c:strCache>
            </c:strRef>
          </c:tx>
          <c:spPr>
            <a:solidFill>
              <a:srgbClr val="265C91"/>
            </a:solidFill>
            <a:ln>
              <a:solidFill>
                <a:srgbClr val="265C91"/>
              </a:solidFill>
            </a:ln>
          </c:spPr>
          <c:invertIfNegative val="1"/>
          <c:cat>
            <c:strRef>
              <c:f>Sheet1!$A$2:$A$10</c:f>
              <c:strCache>
                <c:ptCount val="9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76.400000000000006</c:v>
                </c:pt>
                <c:pt idx="1">
                  <c:v>85.7</c:v>
                </c:pt>
                <c:pt idx="2">
                  <c:v>89.1</c:v>
                </c:pt>
                <c:pt idx="3">
                  <c:v>95.3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265C91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F70B-4BCB-8956-37F243B6EC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5"/>
        </c:scaling>
        <c:delete val="0"/>
        <c:axPos val="l"/>
        <c:majorGridlines>
          <c:spPr>
            <a:ln>
              <a:solidFill>
                <a:srgbClr val="DDE3EA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265C91"/>
            </a:solidFill>
            <a:ln>
              <a:solidFill>
                <a:srgbClr val="265C91"/>
              </a:solidFill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Logistic Regression</c:v>
                </c:pt>
                <c:pt idx="1">
                  <c:v>Random Forest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99.12</c:v>
                </c:pt>
                <c:pt idx="1">
                  <c:v>97.37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265C91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1DD1-4E78-AB5B-B96E8D230C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</c:scaling>
        <c:delete val="0"/>
        <c:axPos val="l"/>
        <c:majorGridlines>
          <c:spPr>
            <a:ln>
              <a:solidFill>
                <a:srgbClr val="DDE3EA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Recall (%)</c:v>
                </c:pt>
              </c:strCache>
            </c:strRef>
          </c:tx>
          <c:spPr>
            <a:solidFill>
              <a:srgbClr val="327E7D"/>
            </a:solidFill>
            <a:ln>
              <a:solidFill>
                <a:srgbClr val="327E7D"/>
              </a:solidFill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Logistic Regression</c:v>
                </c:pt>
                <c:pt idx="1">
                  <c:v>Random Forest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97.62</c:v>
                </c:pt>
                <c:pt idx="1">
                  <c:v>92.86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327E7D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F0B9-4477-BFB1-FA691D1FA0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</c:scaling>
        <c:delete val="0"/>
        <c:axPos val="l"/>
        <c:majorGridlines>
          <c:spPr>
            <a:ln>
              <a:solidFill>
                <a:srgbClr val="DDE3EA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6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966960" y="0"/>
            <a:ext cx="2221992" cy="68580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7205562" cy="95410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400" b="1">
                <a:solidFill>
                  <a:srgbClr val="265C91"/>
                </a:solidFill>
              </a:defRPr>
            </a:pPr>
            <a:r>
              <a:rPr dirty="0">
                <a:latin typeface="Gill Sans MT"/>
              </a:rPr>
              <a:t>MACHINE LEARNING PROJECT</a:t>
            </a:r>
            <a:endParaRPr lang="en-US">
              <a:latin typeface="Gill Sans MT"/>
              <a:ea typeface="Calibri"/>
              <a:cs typeface="Calibri"/>
            </a:endParaRPr>
          </a:p>
          <a:p>
            <a:pPr>
              <a:defRPr sz="4200" b="1">
                <a:solidFill>
                  <a:srgbClr val="12233E"/>
                </a:solidFill>
              </a:defRPr>
            </a:pPr>
            <a:r>
              <a:rPr dirty="0">
                <a:latin typeface="Gill Sans MT"/>
              </a:rPr>
              <a:t>Breast </a:t>
            </a:r>
            <a:r>
              <a:rPr lang="en-US" dirty="0">
                <a:latin typeface="Gill Sans MT"/>
              </a:rPr>
              <a:t>Tumor  Classification</a:t>
            </a:r>
            <a:endParaRPr/>
          </a:p>
        </p:txBody>
      </p:sp>
      <p:sp>
        <p:nvSpPr>
          <p:cNvPr id="5" name="Oval 4"/>
          <p:cNvSpPr/>
          <p:nvPr/>
        </p:nvSpPr>
        <p:spPr>
          <a:xfrm>
            <a:off x="10378440" y="1188720"/>
            <a:ext cx="1005840" cy="1005840"/>
          </a:xfrm>
          <a:prstGeom prst="ellipse">
            <a:avLst/>
          </a:prstGeom>
          <a:solidFill>
            <a:srgbClr val="479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378440" y="2423160"/>
            <a:ext cx="685800" cy="685800"/>
          </a:xfrm>
          <a:prstGeom prst="ellipse">
            <a:avLst/>
          </a:prstGeom>
          <a:solidFill>
            <a:srgbClr val="327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378440" y="3657600"/>
            <a:ext cx="1325880" cy="1325880"/>
          </a:xfrm>
          <a:prstGeom prst="ellipse">
            <a:avLst/>
          </a:prstGeom>
          <a:solidFill>
            <a:srgbClr val="26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378440" y="5257800"/>
            <a:ext cx="502920" cy="502920"/>
          </a:xfrm>
          <a:prstGeom prst="ellipse">
            <a:avLst/>
          </a:prstGeom>
          <a:solidFill>
            <a:srgbClr val="CB9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FF8CE3-56DF-1219-F389-E4BB6B31216F}"/>
              </a:ext>
            </a:extLst>
          </p:cNvPr>
          <p:cNvSpPr txBox="1"/>
          <p:nvPr/>
        </p:nvSpPr>
        <p:spPr>
          <a:xfrm>
            <a:off x="1650779" y="2763669"/>
            <a:ext cx="6316360" cy="19236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b="1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Team Members</a:t>
            </a:r>
          </a:p>
          <a:p>
            <a:r>
              <a:rPr lang="en-US" sz="1800" b="1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    </a:t>
            </a:r>
            <a:r>
              <a:rPr lang="en-US" sz="1800" b="1" i="0" u="sn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Team Member</a:t>
            </a:r>
            <a:r>
              <a:rPr lang="en-US" sz="1800" b="1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</a:t>
            </a:r>
            <a:r>
              <a:rPr lang="en-US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                                                  </a:t>
            </a:r>
            <a:r>
              <a:rPr lang="en-US" sz="1800" b="1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</a:t>
            </a:r>
            <a:r>
              <a:rPr lang="en-US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800" b="1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</a:t>
            </a:r>
            <a:r>
              <a:rPr lang="en-US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  </a:t>
            </a:r>
            <a:r>
              <a:rPr lang="en-US" sz="1800" b="1" i="0" u="sn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Student ID</a:t>
            </a:r>
          </a:p>
          <a:p>
            <a:pPr algn="ctr"/>
            <a:br>
              <a:rPr lang="en-US" sz="1300" b="0" i="0" u="none" strike="noStrike" dirty="0">
                <a:latin typeface="Calibri"/>
                <a:ea typeface="Calibri"/>
                <a:cs typeface="Calibri"/>
              </a:rPr>
            </a:br>
            <a:r>
              <a:rPr lang="en-US" sz="1300" b="0" i="0" u="none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     </a:t>
            </a:r>
            <a:r>
              <a:rPr lang="en-US" sz="1400" b="0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 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N.Avinash</a:t>
            </a:r>
            <a:r>
              <a:rPr lang="en-US" sz="1400" b="0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Babu                                                                                23341A05H2</a:t>
            </a:r>
          </a:p>
          <a:p>
            <a:pPr algn="ctr"/>
            <a:r>
              <a:rPr lang="en-US" sz="1400" b="0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           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P.Koushik</a:t>
            </a:r>
            <a:r>
              <a:rPr lang="en-US" sz="1400" b="0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                                                                                    23341A05H7</a:t>
            </a:r>
          </a:p>
          <a:p>
            <a:pPr algn="ctr"/>
            <a:r>
              <a:rPr lang="en-US" sz="1400" b="0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           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D.Avinash</a:t>
            </a:r>
            <a:r>
              <a:rPr lang="en-US" sz="1400" b="0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                                                                                   23341A0567</a:t>
            </a:r>
          </a:p>
          <a:p>
            <a:pPr algn="ctr"/>
            <a:r>
              <a:rPr lang="en-US" sz="1400" b="0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        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G.M.Charita</a:t>
            </a:r>
            <a:r>
              <a:rPr lang="en-US" sz="1400" b="0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Sai                                                                             23341A0574</a:t>
            </a:r>
          </a:p>
          <a:p>
            <a:pPr algn="ctr"/>
            <a:r>
              <a:rPr lang="en-US" sz="1400" b="0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          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K.Anuradha</a:t>
            </a:r>
            <a:r>
              <a:rPr lang="en-US" sz="1400" b="0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                                                                                 23341A05E2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7828" y="678942"/>
            <a:ext cx="3896003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500" b="1">
                <a:solidFill>
                  <a:srgbClr val="12233E"/>
                </a:solidFill>
              </a:defRPr>
            </a:pPr>
            <a:r>
              <a:rPr sz="2800" dirty="0">
                <a:latin typeface="Gill Sans MT"/>
              </a:rPr>
              <a:t>PROJECT ROADMAP</a:t>
            </a:r>
            <a:endParaRPr lang="en-US" sz="2800">
              <a:latin typeface="Gill Sans M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A9B8EBC-F716-8C3A-EDB7-9217803074CD}"/>
              </a:ext>
            </a:extLst>
          </p:cNvPr>
          <p:cNvGrpSpPr/>
          <p:nvPr/>
        </p:nvGrpSpPr>
        <p:grpSpPr>
          <a:xfrm>
            <a:off x="502920" y="2480310"/>
            <a:ext cx="11292840" cy="1922919"/>
            <a:chOff x="502920" y="1508760"/>
            <a:chExt cx="11292840" cy="1922919"/>
          </a:xfrm>
        </p:grpSpPr>
        <p:sp>
          <p:nvSpPr>
            <p:cNvPr id="4" name="Rounded Rectangle 3"/>
            <p:cNvSpPr/>
            <p:nvPr/>
          </p:nvSpPr>
          <p:spPr>
            <a:xfrm>
              <a:off x="502920" y="1508760"/>
              <a:ext cx="1783080" cy="150876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DE3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 sz="2400" b="1">
                  <a:solidFill>
                    <a:srgbClr val="265C91"/>
                  </a:solidFill>
                </a:defRPr>
              </a:pPr>
              <a:r>
                <a:rPr dirty="0"/>
                <a:t>01</a:t>
              </a:r>
            </a:p>
            <a:p>
              <a:pPr algn="ctr">
                <a:defRPr sz="800" b="1">
                  <a:solidFill>
                    <a:srgbClr val="75808D"/>
                  </a:solidFill>
                </a:defRPr>
              </a:pPr>
              <a:r>
                <a:rPr sz="1200" dirty="0">
                  <a:solidFill>
                    <a:schemeClr val="tx1"/>
                  </a:solidFill>
                </a:rPr>
                <a:t>INSPECT</a:t>
              </a:r>
              <a:endParaRPr sz="1200">
                <a:solidFill>
                  <a:schemeClr val="tx1"/>
                </a:solidFill>
                <a:ea typeface="Calibri"/>
                <a:cs typeface="Calibri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86973" y="3154680"/>
              <a:ext cx="1224118" cy="276999"/>
            </a:xfrm>
            <a:prstGeom prst="rect">
              <a:avLst/>
            </a:prstGeom>
            <a:noFill/>
          </p:spPr>
          <p:txBody>
            <a:bodyPr wrap="none" lIns="91440" tIns="45720" rIns="91440" bIns="45720" anchor="t">
              <a:spAutoFit/>
            </a:bodyPr>
            <a:lstStyle/>
            <a:p>
              <a:pPr algn="ctr">
                <a:defRPr sz="1100">
                  <a:solidFill>
                    <a:srgbClr val="414C5A"/>
                  </a:solidFill>
                </a:defRPr>
              </a:pPr>
              <a:r>
                <a:rPr sz="1200" dirty="0"/>
                <a:t>569 × 32 dataset</a:t>
              </a:r>
              <a:endParaRPr lang="en-US" sz="1200">
                <a:ea typeface="Calibri"/>
                <a:cs typeface="Calibri"/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404872" y="1508760"/>
              <a:ext cx="1783080" cy="150876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DE3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 sz="2400" b="1">
                  <a:solidFill>
                    <a:srgbClr val="265C91"/>
                  </a:solidFill>
                </a:defRPr>
              </a:pPr>
              <a:r>
                <a:rPr dirty="0"/>
                <a:t>02</a:t>
              </a:r>
            </a:p>
            <a:p>
              <a:pPr algn="ctr">
                <a:defRPr sz="800" b="1">
                  <a:solidFill>
                    <a:srgbClr val="75808D"/>
                  </a:solidFill>
                </a:defRPr>
              </a:pPr>
              <a:r>
                <a:rPr sz="1200" dirty="0">
                  <a:solidFill>
                    <a:schemeClr val="tx1"/>
                  </a:solidFill>
                </a:rPr>
                <a:t>PREPARE</a:t>
              </a:r>
              <a:endParaRPr sz="1200">
                <a:solidFill>
                  <a:schemeClr val="tx1"/>
                </a:solidFill>
                <a:ea typeface="Calibri"/>
                <a:cs typeface="Calibri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779046" y="3154680"/>
              <a:ext cx="1043877" cy="276999"/>
            </a:xfrm>
            <a:prstGeom prst="rect">
              <a:avLst/>
            </a:prstGeom>
            <a:noFill/>
          </p:spPr>
          <p:txBody>
            <a:bodyPr wrap="none" lIns="91440" tIns="45720" rIns="91440" bIns="45720" anchor="t">
              <a:spAutoFit/>
            </a:bodyPr>
            <a:lstStyle/>
            <a:p>
              <a:pPr algn="ctr">
                <a:defRPr sz="1100">
                  <a:solidFill>
                    <a:srgbClr val="414C5A"/>
                  </a:solidFill>
                </a:defRPr>
              </a:pPr>
              <a:r>
                <a:rPr sz="1200" dirty="0"/>
                <a:t>Quality + split</a:t>
              </a:r>
              <a:endParaRPr lang="en-US" sz="1200">
                <a:ea typeface="Calibri"/>
                <a:cs typeface="Calibri"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306824" y="1508760"/>
              <a:ext cx="1783080" cy="150876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DE3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 sz="2400" b="1">
                  <a:solidFill>
                    <a:srgbClr val="265C91"/>
                  </a:solidFill>
                </a:defRPr>
              </a:pPr>
              <a:r>
                <a:rPr dirty="0"/>
                <a:t>03</a:t>
              </a:r>
            </a:p>
            <a:p>
              <a:pPr algn="ctr">
                <a:defRPr sz="800" b="1">
                  <a:solidFill>
                    <a:srgbClr val="75808D"/>
                  </a:solidFill>
                </a:defRPr>
              </a:pPr>
              <a:r>
                <a:rPr sz="1200" dirty="0">
                  <a:solidFill>
                    <a:schemeClr val="tx1"/>
                  </a:solidFill>
                </a:rPr>
                <a:t>EXPLORE</a:t>
              </a:r>
              <a:endParaRPr sz="1200">
                <a:solidFill>
                  <a:schemeClr val="tx1"/>
                </a:solidFill>
                <a:ea typeface="Calibri"/>
                <a:cs typeface="Calibri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304646" y="3154680"/>
              <a:ext cx="1796582" cy="276999"/>
            </a:xfrm>
            <a:prstGeom prst="rect">
              <a:avLst/>
            </a:prstGeom>
            <a:noFill/>
          </p:spPr>
          <p:txBody>
            <a:bodyPr wrap="none" lIns="91440" tIns="45720" rIns="91440" bIns="45720" anchor="t">
              <a:spAutoFit/>
            </a:bodyPr>
            <a:lstStyle/>
            <a:p>
              <a:pPr algn="ctr">
                <a:defRPr sz="1100">
                  <a:solidFill>
                    <a:srgbClr val="414C5A"/>
                  </a:solidFill>
                </a:defRPr>
              </a:pPr>
              <a:r>
                <a:rPr sz="1200" dirty="0"/>
                <a:t>Measurements + patterns</a:t>
              </a:r>
              <a:endParaRPr lang="en-US" sz="1200" dirty="0">
                <a:ea typeface="Calibri"/>
                <a:cs typeface="Calibri"/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208776" y="1508760"/>
              <a:ext cx="1783080" cy="150876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DE3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 sz="2400" b="1">
                  <a:solidFill>
                    <a:srgbClr val="265C91"/>
                  </a:solidFill>
                </a:defRPr>
              </a:pPr>
              <a:r>
                <a:rPr dirty="0"/>
                <a:t>04</a:t>
              </a:r>
            </a:p>
            <a:p>
              <a:pPr algn="ctr">
                <a:defRPr sz="800" b="1">
                  <a:solidFill>
                    <a:srgbClr val="75808D"/>
                  </a:solidFill>
                </a:defRPr>
              </a:pPr>
              <a:r>
                <a:rPr sz="1200" dirty="0">
                  <a:solidFill>
                    <a:schemeClr val="tx1"/>
                  </a:solidFill>
                </a:rPr>
                <a:t>MODEL</a:t>
              </a:r>
              <a:endParaRPr sz="1200">
                <a:solidFill>
                  <a:schemeClr val="tx1"/>
                </a:solidFill>
                <a:ea typeface="Calibri"/>
                <a:cs typeface="Calibri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695673" y="3154680"/>
              <a:ext cx="818429" cy="276999"/>
            </a:xfrm>
            <a:prstGeom prst="rect">
              <a:avLst/>
            </a:prstGeom>
            <a:noFill/>
          </p:spPr>
          <p:txBody>
            <a:bodyPr wrap="none" lIns="91440" tIns="45720" rIns="91440" bIns="45720" anchor="t">
              <a:spAutoFit/>
            </a:bodyPr>
            <a:lstStyle/>
            <a:p>
              <a:pPr algn="ctr">
                <a:defRPr sz="1100">
                  <a:solidFill>
                    <a:srgbClr val="414C5A"/>
                  </a:solidFill>
                </a:defRPr>
              </a:pPr>
              <a:r>
                <a:rPr dirty="0"/>
                <a:t> </a:t>
              </a:r>
              <a:r>
                <a:rPr sz="1200" dirty="0"/>
                <a:t>classifiers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110728" y="1508760"/>
              <a:ext cx="1783080" cy="150876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DE3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 sz="2400" b="1">
                  <a:solidFill>
                    <a:srgbClr val="265C91"/>
                  </a:solidFill>
                </a:defRPr>
              </a:pPr>
              <a:r>
                <a:rPr dirty="0"/>
                <a:t>05</a:t>
              </a:r>
            </a:p>
            <a:p>
              <a:pPr algn="ctr">
                <a:defRPr sz="800" b="1">
                  <a:solidFill>
                    <a:srgbClr val="75808D"/>
                  </a:solidFill>
                </a:defRPr>
              </a:pPr>
              <a:r>
                <a:rPr sz="1200" dirty="0">
                  <a:solidFill>
                    <a:schemeClr val="tx1"/>
                  </a:solidFill>
                </a:rPr>
                <a:t>TUNE</a:t>
              </a:r>
              <a:endParaRPr sz="1200">
                <a:solidFill>
                  <a:schemeClr val="tx1"/>
                </a:solidFill>
                <a:ea typeface="Calibri"/>
                <a:cs typeface="Calibri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361855" y="3154680"/>
              <a:ext cx="1289969" cy="276999"/>
            </a:xfrm>
            <a:prstGeom prst="rect">
              <a:avLst/>
            </a:prstGeom>
            <a:noFill/>
          </p:spPr>
          <p:txBody>
            <a:bodyPr wrap="none" lIns="91440" tIns="45720" rIns="91440" bIns="45720" anchor="t">
              <a:spAutoFit/>
            </a:bodyPr>
            <a:lstStyle/>
            <a:p>
              <a:pPr algn="ctr">
                <a:defRPr sz="1100">
                  <a:solidFill>
                    <a:srgbClr val="414C5A"/>
                  </a:solidFill>
                </a:defRPr>
              </a:pPr>
              <a:r>
                <a:rPr sz="1200" dirty="0"/>
                <a:t>Recall-focused CV</a:t>
              </a:r>
              <a:endParaRPr lang="en-US" sz="1200" dirty="0">
                <a:ea typeface="Calibri"/>
                <a:cs typeface="Calibri"/>
              </a:endParaRP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0012680" y="1508760"/>
              <a:ext cx="1783080" cy="150876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DE3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 sz="2400" b="1">
                  <a:solidFill>
                    <a:srgbClr val="265C91"/>
                  </a:solidFill>
                </a:defRPr>
              </a:pPr>
              <a:r>
                <a:rPr dirty="0"/>
                <a:t>06</a:t>
              </a:r>
            </a:p>
            <a:p>
              <a:pPr algn="ctr">
                <a:defRPr sz="800" b="1">
                  <a:solidFill>
                    <a:srgbClr val="75808D"/>
                  </a:solidFill>
                </a:defRPr>
              </a:pPr>
              <a:r>
                <a:rPr sz="1200" dirty="0">
                  <a:solidFill>
                    <a:schemeClr val="tx1"/>
                  </a:solidFill>
                </a:rPr>
                <a:t>SELECT</a:t>
              </a:r>
              <a:endParaRPr sz="1200">
                <a:solidFill>
                  <a:schemeClr val="tx1"/>
                </a:solidFill>
                <a:ea typeface="Calibri"/>
                <a:cs typeface="Calibri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0166024" y="3154680"/>
              <a:ext cx="1485536" cy="276999"/>
            </a:xfrm>
            <a:prstGeom prst="rect">
              <a:avLst/>
            </a:prstGeom>
            <a:noFill/>
          </p:spPr>
          <p:txBody>
            <a:bodyPr wrap="none" lIns="91440" tIns="45720" rIns="91440" bIns="45720" anchor="t">
              <a:spAutoFit/>
            </a:bodyPr>
            <a:lstStyle/>
            <a:p>
              <a:pPr algn="ctr">
                <a:defRPr sz="1100">
                  <a:solidFill>
                    <a:srgbClr val="414C5A"/>
                  </a:solidFill>
                </a:defRPr>
              </a:pPr>
              <a:r>
                <a:rPr sz="1200" dirty="0"/>
                <a:t>Best recorded model</a:t>
              </a:r>
              <a:endParaRPr lang="en-US" sz="1200" dirty="0">
                <a:ea typeface="Calibri"/>
                <a:cs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3928" y="393192"/>
            <a:ext cx="5726439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 sz="2800" dirty="0">
                <a:latin typeface="Gill Sans MT"/>
              </a:rPr>
              <a:t>WHY THIS PROJECT MATTERS</a:t>
            </a:r>
            <a:endParaRPr lang="en-US" sz="2800">
              <a:latin typeface="Gill Sans MT"/>
              <a:ea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6492240" cy="26545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</a:t>
            </a:r>
            <a:r>
              <a:rPr dirty="0">
                <a:latin typeface="Gill Sans MT"/>
              </a:rPr>
              <a:t> Build a binary classifier for Benign vs Malignant tumor observations.</a:t>
            </a:r>
            <a:endParaRPr lang="en-US" dirty="0">
              <a:latin typeface="Gill Sans MT"/>
            </a:endParaRPr>
          </a:p>
          <a:p>
            <a:pPr>
              <a:spcAft>
                <a:spcPts val="900"/>
              </a:spcAft>
              <a:defRPr sz="1800">
                <a:solidFill>
                  <a:srgbClr val="FFFFFF"/>
                </a:solidFill>
              </a:defRPr>
            </a:pPr>
            <a:r>
              <a:rPr dirty="0">
                <a:latin typeface="Gill Sans MT"/>
              </a:rPr>
              <a:t>• Use numerical tumor measurements to learn patterns associated with the diagnosis.</a:t>
            </a:r>
          </a:p>
          <a:p>
            <a:pPr>
              <a:spcAft>
                <a:spcPts val="900"/>
              </a:spcAft>
              <a:defRPr sz="1800">
                <a:solidFill>
                  <a:srgbClr val="FFFFFF"/>
                </a:solidFill>
              </a:defRPr>
            </a:pPr>
            <a:r>
              <a:rPr dirty="0">
                <a:latin typeface="Gill Sans MT"/>
              </a:rPr>
              <a:t>• Prioritize recall because missing a malignant observation is a critical error in a screening-oriented setting.</a:t>
            </a:r>
          </a:p>
          <a:p>
            <a:pPr>
              <a:spcAft>
                <a:spcPts val="900"/>
              </a:spcAft>
              <a:defRPr sz="1800">
                <a:solidFill>
                  <a:srgbClr val="FFFFFF"/>
                </a:solidFill>
              </a:defRPr>
            </a:pPr>
            <a:r>
              <a:rPr dirty="0">
                <a:latin typeface="Gill Sans MT"/>
              </a:rPr>
              <a:t>• Compare multiple algorithms rather than relying on a single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60020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2400" b="1">
                <a:solidFill>
                  <a:srgbClr val="4797B5"/>
                </a:solidFill>
              </a:defRPr>
            </a:pPr>
            <a:r>
              <a:rPr dirty="0"/>
              <a:t>B / M</a:t>
            </a:r>
          </a:p>
          <a:p>
            <a:pPr algn="ctr">
              <a:defRPr sz="800" b="1">
                <a:solidFill>
                  <a:srgbClr val="75808D"/>
                </a:solidFill>
              </a:defRPr>
            </a:pPr>
            <a:r>
              <a:rPr sz="1200" dirty="0">
                <a:solidFill>
                  <a:schemeClr val="tx1"/>
                </a:solidFill>
              </a:rPr>
              <a:t>TARGET CLASSES</a:t>
            </a:r>
            <a:endParaRPr sz="12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818120" y="306324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2400" b="1">
                <a:solidFill>
                  <a:srgbClr val="327E7D"/>
                </a:solidFill>
              </a:defRPr>
            </a:pPr>
            <a:r>
              <a:rPr dirty="0"/>
              <a:t>30</a:t>
            </a:r>
          </a:p>
          <a:p>
            <a:pPr algn="ctr">
              <a:defRPr sz="800" b="1">
                <a:solidFill>
                  <a:srgbClr val="75808D"/>
                </a:solidFill>
              </a:defRPr>
            </a:pPr>
            <a:r>
              <a:rPr sz="1200" dirty="0">
                <a:solidFill>
                  <a:schemeClr val="tx1"/>
                </a:solidFill>
              </a:rPr>
              <a:t>MEASUREMENT FEATURES</a:t>
            </a:r>
            <a:endParaRPr sz="12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818120" y="452628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2400" b="1">
                <a:solidFill>
                  <a:srgbClr val="CB9736"/>
                </a:solidFill>
              </a:defRPr>
            </a:pPr>
            <a:r>
              <a:rPr dirty="0"/>
              <a:t>4</a:t>
            </a:r>
          </a:p>
          <a:p>
            <a:pPr algn="ctr">
              <a:defRPr sz="800" b="1">
                <a:solidFill>
                  <a:srgbClr val="75808D"/>
                </a:solidFill>
              </a:defRPr>
            </a:pPr>
            <a:r>
              <a:rPr sz="1200" dirty="0">
                <a:solidFill>
                  <a:schemeClr val="tx1"/>
                </a:solidFill>
              </a:rPr>
              <a:t>MODELS COMPARED</a:t>
            </a:r>
            <a:endParaRPr sz="1200">
              <a:solidFill>
                <a:schemeClr val="tx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86303" y="146304"/>
            <a:ext cx="5178597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800" b="1">
                <a:solidFill>
                  <a:srgbClr val="265C91"/>
                </a:solidFill>
              </a:defRPr>
            </a:pPr>
            <a:r>
              <a:rPr lang="en-US" sz="2800" dirty="0">
                <a:latin typeface="Gill Sans MT"/>
              </a:rPr>
              <a:t>STEP-1:</a:t>
            </a:r>
            <a:r>
              <a:rPr sz="2800" dirty="0">
                <a:latin typeface="Gill Sans MT"/>
              </a:rPr>
              <a:t> </a:t>
            </a:r>
            <a:r>
              <a:rPr lang="en-US" sz="2800" dirty="0">
                <a:latin typeface="Gill Sans MT"/>
              </a:rPr>
              <a:t> </a:t>
            </a:r>
            <a:r>
              <a:rPr sz="2800" dirty="0">
                <a:latin typeface="Gill Sans MT"/>
              </a:rPr>
              <a:t>DATA INSPECTION</a:t>
            </a:r>
            <a:endParaRPr lang="en-US" sz="2800" dirty="0">
              <a:latin typeface="Gill Sans MT"/>
              <a:ea typeface="Calibri"/>
              <a:cs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2400" b="1">
                <a:solidFill>
                  <a:srgbClr val="265C91"/>
                </a:solidFill>
              </a:defRPr>
            </a:pPr>
            <a:r>
              <a:rPr dirty="0"/>
              <a:t>569</a:t>
            </a:r>
          </a:p>
          <a:p>
            <a:pPr algn="ctr">
              <a:defRPr sz="800" b="1">
                <a:solidFill>
                  <a:srgbClr val="75808D"/>
                </a:solidFill>
              </a:defRPr>
            </a:pPr>
            <a:r>
              <a:rPr sz="1200" dirty="0">
                <a:solidFill>
                  <a:schemeClr val="tx1"/>
                </a:solidFill>
              </a:rPr>
              <a:t>ROWS</a:t>
            </a:r>
            <a:endParaRPr sz="12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154680" y="132588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2400" b="1">
                <a:solidFill>
                  <a:srgbClr val="265C91"/>
                </a:solidFill>
              </a:defRPr>
            </a:pPr>
            <a:r>
              <a:rPr dirty="0"/>
              <a:t>32</a:t>
            </a:r>
          </a:p>
          <a:p>
            <a:pPr algn="ctr">
              <a:defRPr sz="800" b="1">
                <a:solidFill>
                  <a:srgbClr val="75808D"/>
                </a:solidFill>
              </a:defRPr>
            </a:pPr>
            <a:r>
              <a:rPr sz="1200" dirty="0">
                <a:solidFill>
                  <a:schemeClr val="tx1"/>
                </a:solidFill>
              </a:rPr>
              <a:t>COLUMNS</a:t>
            </a:r>
            <a:endParaRPr sz="12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0" y="132588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2400" b="1">
                <a:solidFill>
                  <a:srgbClr val="265C91"/>
                </a:solidFill>
              </a:defRPr>
            </a:pPr>
            <a:r>
              <a:rPr dirty="0"/>
              <a:t>357</a:t>
            </a:r>
          </a:p>
          <a:p>
            <a:pPr algn="ctr">
              <a:defRPr sz="800" b="1">
                <a:solidFill>
                  <a:srgbClr val="75808D"/>
                </a:solidFill>
              </a:defRPr>
            </a:pPr>
            <a:r>
              <a:rPr sz="1200" dirty="0">
                <a:solidFill>
                  <a:schemeClr val="tx1"/>
                </a:solidFill>
              </a:rPr>
              <a:t>BENIGN</a:t>
            </a:r>
            <a:endParaRPr sz="12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183879" y="132588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2400" b="1">
                <a:solidFill>
                  <a:srgbClr val="265C91"/>
                </a:solidFill>
              </a:defRPr>
            </a:pPr>
            <a:r>
              <a:rPr dirty="0"/>
              <a:t>212</a:t>
            </a:r>
          </a:p>
          <a:p>
            <a:pPr algn="ctr">
              <a:defRPr sz="800" b="1">
                <a:solidFill>
                  <a:srgbClr val="75808D"/>
                </a:solidFill>
              </a:defRPr>
            </a:pPr>
            <a:r>
              <a:rPr sz="1200" dirty="0">
                <a:solidFill>
                  <a:schemeClr val="tx1"/>
                </a:solidFill>
              </a:rPr>
              <a:t>MALIGNANT</a:t>
            </a:r>
            <a:endParaRPr sz="1200">
              <a:solidFill>
                <a:schemeClr val="tx1"/>
              </a:solidFill>
              <a:ea typeface="Calibri"/>
              <a:cs typeface="Calibri"/>
            </a:endParaRP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77240" y="2788920"/>
          <a:ext cx="548640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35346" y="3870136"/>
            <a:ext cx="4297680" cy="136191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414C5A"/>
                </a:solidFill>
              </a:defRPr>
            </a:pPr>
            <a:r>
              <a:rPr dirty="0">
                <a:latin typeface="Gill Sans MT"/>
              </a:rPr>
              <a:t>• Benign: 62.74%</a:t>
            </a:r>
            <a:endParaRPr lang="en-US">
              <a:latin typeface="Gill Sans MT"/>
              <a:ea typeface="Calibri"/>
              <a:cs typeface="Calibri"/>
            </a:endParaRPr>
          </a:p>
          <a:p>
            <a:pPr>
              <a:spcAft>
                <a:spcPts val="900"/>
              </a:spcAft>
              <a:defRPr sz="1500">
                <a:solidFill>
                  <a:srgbClr val="414C5A"/>
                </a:solidFill>
              </a:defRPr>
            </a:pPr>
            <a:r>
              <a:rPr dirty="0">
                <a:latin typeface="Gill Sans MT"/>
              </a:rPr>
              <a:t>• Malignant: 37.26%</a:t>
            </a:r>
            <a:endParaRPr>
              <a:latin typeface="Gill Sans MT"/>
              <a:ea typeface="Calibri"/>
              <a:cs typeface="Calibri"/>
            </a:endParaRPr>
          </a:p>
          <a:p>
            <a:pPr>
              <a:spcAft>
                <a:spcPts val="900"/>
              </a:spcAft>
              <a:defRPr sz="1500">
                <a:solidFill>
                  <a:srgbClr val="414C5A"/>
                </a:solidFill>
              </a:defRPr>
            </a:pPr>
            <a:r>
              <a:rPr dirty="0">
                <a:latin typeface="Gill Sans MT"/>
              </a:rPr>
              <a:t>• 0 missing values and 0 exact duplicate rows</a:t>
            </a:r>
            <a:endParaRPr>
              <a:latin typeface="Gill Sans MT"/>
              <a:ea typeface="Calibri"/>
              <a:cs typeface="Calibri"/>
            </a:endParaRPr>
          </a:p>
          <a:p>
            <a:pPr>
              <a:spcAft>
                <a:spcPts val="900"/>
              </a:spcAft>
              <a:defRPr sz="1500">
                <a:solidFill>
                  <a:srgbClr val="414C5A"/>
                </a:solidFill>
              </a:defRPr>
            </a:pPr>
            <a:r>
              <a:rPr dirty="0">
                <a:latin typeface="Gill Sans MT"/>
              </a:rPr>
              <a:t>• 569 unique IDs</a:t>
            </a:r>
            <a:endParaRPr>
              <a:latin typeface="Gill Sans MT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40726" y="397089"/>
            <a:ext cx="6049990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800" b="1">
                <a:solidFill>
                  <a:srgbClr val="265C91"/>
                </a:solidFill>
              </a:defRPr>
            </a:pPr>
            <a:r>
              <a:rPr lang="en-US" sz="2800" dirty="0">
                <a:latin typeface="Gill Sans MT"/>
              </a:rPr>
              <a:t>STEP-2:</a:t>
            </a:r>
            <a:r>
              <a:rPr sz="2800" dirty="0">
                <a:latin typeface="Gill Sans MT"/>
              </a:rPr>
              <a:t> DATA PREPROCESSING</a:t>
            </a:r>
            <a:endParaRPr lang="en-US" sz="2800" dirty="0">
              <a:latin typeface="Gill Sans MT"/>
              <a:ea typeface="Calibri"/>
              <a:cs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2400" b="1">
                <a:solidFill>
                  <a:srgbClr val="265C91"/>
                </a:solidFill>
              </a:defRPr>
            </a:pPr>
            <a:r>
              <a:rPr dirty="0"/>
              <a:t>0 missing</a:t>
            </a:r>
            <a:br>
              <a:rPr dirty="0"/>
            </a:br>
            <a:r>
              <a:rPr dirty="0"/>
              <a:t>0 duplicates</a:t>
            </a:r>
          </a:p>
          <a:p>
            <a:pPr algn="ctr">
              <a:defRPr sz="800" b="1">
                <a:solidFill>
                  <a:srgbClr val="75808D"/>
                </a:solidFill>
              </a:defRPr>
            </a:pPr>
            <a:r>
              <a:rPr sz="1200" dirty="0">
                <a:solidFill>
                  <a:schemeClr val="tx1"/>
                </a:solidFill>
              </a:rPr>
              <a:t>DATA QUALITY</a:t>
            </a:r>
            <a:endParaRPr sz="12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834640" y="146304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2400" b="1">
                <a:solidFill>
                  <a:srgbClr val="327E7D"/>
                </a:solidFill>
              </a:defRPr>
            </a:pPr>
            <a:r>
              <a:rPr dirty="0"/>
              <a:t>diagnosis</a:t>
            </a:r>
          </a:p>
          <a:p>
            <a:pPr algn="ctr">
              <a:defRPr sz="800" b="1">
                <a:solidFill>
                  <a:srgbClr val="75808D"/>
                </a:solidFill>
              </a:defRPr>
            </a:pPr>
            <a:r>
              <a:rPr sz="1200" dirty="0">
                <a:solidFill>
                  <a:schemeClr val="tx1"/>
                </a:solidFill>
                <a:latin typeface="Gill Sans MT"/>
              </a:rPr>
              <a:t>TARGET</a:t>
            </a:r>
            <a:endParaRPr sz="1200">
              <a:solidFill>
                <a:schemeClr val="tx1"/>
              </a:solidFill>
              <a:latin typeface="Gill Sans MT"/>
              <a:ea typeface="Calibri"/>
              <a:cs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166360" y="146304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2400" b="1">
                <a:solidFill>
                  <a:srgbClr val="CB9736"/>
                </a:solidFill>
              </a:defRPr>
            </a:pPr>
            <a:r>
              <a:rPr dirty="0"/>
              <a:t>id excluded</a:t>
            </a:r>
          </a:p>
          <a:p>
            <a:pPr algn="ctr">
              <a:defRPr sz="800" b="1">
                <a:solidFill>
                  <a:srgbClr val="75808D"/>
                </a:solidFill>
              </a:defRPr>
            </a:pPr>
            <a:r>
              <a:rPr sz="1200" dirty="0">
                <a:solidFill>
                  <a:schemeClr val="tx1"/>
                </a:solidFill>
              </a:rPr>
              <a:t>IDENTIFIER</a:t>
            </a:r>
            <a:endParaRPr sz="12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498079" y="146304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2400" b="1">
                <a:solidFill>
                  <a:srgbClr val="265C91"/>
                </a:solidFill>
              </a:defRPr>
            </a:pPr>
            <a:r>
              <a:rPr dirty="0"/>
              <a:t>80 / 20</a:t>
            </a:r>
            <a:br>
              <a:rPr dirty="0"/>
            </a:br>
            <a:r>
              <a:rPr dirty="0"/>
              <a:t>stratified</a:t>
            </a:r>
          </a:p>
          <a:p>
            <a:pPr algn="ctr">
              <a:defRPr sz="800" b="1">
                <a:solidFill>
                  <a:srgbClr val="75808D"/>
                </a:solidFill>
              </a:defRPr>
            </a:pPr>
            <a:r>
              <a:rPr sz="1200" dirty="0">
                <a:solidFill>
                  <a:schemeClr val="tx1"/>
                </a:solidFill>
              </a:rPr>
              <a:t>TRAIN / TEST</a:t>
            </a:r>
            <a:endParaRPr sz="12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829800" y="146304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2400" b="1">
                <a:solidFill>
                  <a:srgbClr val="327E7D"/>
                </a:solidFill>
              </a:defRPr>
            </a:pPr>
            <a:r>
              <a:rPr dirty="0">
                <a:solidFill>
                  <a:schemeClr val="tx2"/>
                </a:solidFill>
              </a:rPr>
              <a:t>5-fold CV</a:t>
            </a:r>
            <a:br>
              <a:rPr dirty="0">
                <a:solidFill>
                  <a:schemeClr val="tx2"/>
                </a:solidFill>
              </a:rPr>
            </a:br>
            <a:r>
              <a:rPr dirty="0">
                <a:solidFill>
                  <a:schemeClr val="tx2"/>
                </a:solidFill>
              </a:rPr>
              <a:t>recall</a:t>
            </a:r>
            <a:endParaRPr lang="en-US">
              <a:solidFill>
                <a:schemeClr val="tx2"/>
              </a:solidFill>
              <a:ea typeface="Calibri"/>
              <a:cs typeface="Calibri"/>
            </a:endParaRPr>
          </a:p>
          <a:p>
            <a:pPr algn="ctr">
              <a:defRPr sz="800" b="1">
                <a:solidFill>
                  <a:srgbClr val="75808D"/>
                </a:solidFill>
              </a:defRPr>
            </a:pPr>
            <a:r>
              <a:rPr sz="1200" dirty="0">
                <a:solidFill>
                  <a:schemeClr val="tx1"/>
                </a:solidFill>
                <a:latin typeface="Gill Sans MT"/>
              </a:rPr>
              <a:t>TUNING</a:t>
            </a:r>
            <a:endParaRPr sz="1200">
              <a:solidFill>
                <a:schemeClr val="tx1"/>
              </a:solidFill>
              <a:latin typeface="Gill Sans MT"/>
              <a:ea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241280" cy="10618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414C5A"/>
                </a:solidFill>
              </a:defRPr>
            </a:pPr>
            <a:r>
              <a:rPr dirty="0">
                <a:latin typeface="Gill Sans MT"/>
              </a:rPr>
              <a:t>• Training set: 455 rows; test set: 114 rows.</a:t>
            </a:r>
            <a:endParaRPr lang="en-US">
              <a:latin typeface="Gill Sans MT"/>
              <a:ea typeface="Calibri"/>
              <a:cs typeface="Calibri"/>
            </a:endParaRPr>
          </a:p>
          <a:p>
            <a:pPr>
              <a:spcAft>
                <a:spcPts val="900"/>
              </a:spcAft>
              <a:defRPr sz="1600">
                <a:solidFill>
                  <a:srgbClr val="414C5A"/>
                </a:solidFill>
              </a:defRPr>
            </a:pPr>
            <a:r>
              <a:rPr dirty="0">
                <a:latin typeface="Gill Sans MT"/>
              </a:rPr>
              <a:t>• Stratification preserves the Benign/Malignant class balance between train and test sets.</a:t>
            </a:r>
            <a:endParaRPr>
              <a:latin typeface="Gill Sans MT"/>
              <a:ea typeface="Calibri"/>
              <a:cs typeface="Calibri"/>
            </a:endParaRPr>
          </a:p>
          <a:p>
            <a:pPr>
              <a:spcAft>
                <a:spcPts val="900"/>
              </a:spcAft>
              <a:defRPr sz="1600">
                <a:solidFill>
                  <a:srgbClr val="414C5A"/>
                </a:solidFill>
              </a:defRPr>
            </a:pPr>
            <a:r>
              <a:rPr dirty="0">
                <a:latin typeface="Gill Sans MT"/>
              </a:rPr>
              <a:t>• </a:t>
            </a:r>
            <a:r>
              <a:rPr dirty="0" err="1">
                <a:latin typeface="Gill Sans MT"/>
              </a:rPr>
              <a:t>GridSearchCV</a:t>
            </a:r>
            <a:r>
              <a:rPr dirty="0">
                <a:latin typeface="Gill Sans MT"/>
              </a:rPr>
              <a:t> is used for hyperparameter tuning with recall as the scoring objective.</a:t>
            </a:r>
            <a:endParaRPr>
              <a:latin typeface="Gill Sans MT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95803" y="203454"/>
            <a:ext cx="6020046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800" b="1">
                <a:solidFill>
                  <a:srgbClr val="265C91"/>
                </a:solidFill>
              </a:defRPr>
            </a:pPr>
            <a:r>
              <a:rPr lang="en-US" sz="2800" dirty="0">
                <a:latin typeface="Gill Sans MT"/>
              </a:rPr>
              <a:t>STEP-3: </a:t>
            </a:r>
            <a:r>
              <a:rPr sz="2800" dirty="0">
                <a:latin typeface="Gill Sans MT"/>
              </a:rPr>
              <a:t> FEATURE IMPORTANCE</a:t>
            </a:r>
            <a:endParaRPr lang="en-US" sz="2800" dirty="0">
              <a:latin typeface="Gill Sans MT"/>
              <a:ea typeface="Calibri"/>
              <a:cs typeface="Calibri"/>
            </a:endParaRP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234440"/>
          <a:ext cx="7315200" cy="5074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1508760"/>
            <a:ext cx="3200400" cy="204671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414C5A"/>
                </a:solidFill>
              </a:defRPr>
            </a:pPr>
            <a:r>
              <a:rPr sz="1600" dirty="0">
                <a:latin typeface="Gill Sans MT"/>
              </a:rPr>
              <a:t>• </a:t>
            </a:r>
            <a:r>
              <a:rPr sz="1600" dirty="0" err="1">
                <a:latin typeface="Gill Sans MT"/>
              </a:rPr>
              <a:t>Area_worst</a:t>
            </a:r>
            <a:r>
              <a:rPr sz="1600" dirty="0">
                <a:latin typeface="Gill Sans MT"/>
              </a:rPr>
              <a:t> is the highest-ranked feature.</a:t>
            </a:r>
            <a:endParaRPr lang="en-US" sz="1600">
              <a:latin typeface="Gill Sans MT"/>
              <a:ea typeface="Calibri"/>
              <a:cs typeface="Calibri"/>
            </a:endParaRPr>
          </a:p>
          <a:p>
            <a:pPr>
              <a:spcAft>
                <a:spcPts val="900"/>
              </a:spcAft>
              <a:defRPr sz="1500">
                <a:solidFill>
                  <a:srgbClr val="414C5A"/>
                </a:solidFill>
              </a:defRPr>
            </a:pPr>
            <a:r>
              <a:rPr sz="1600" dirty="0">
                <a:latin typeface="Gill Sans MT"/>
              </a:rPr>
              <a:t>• Several 'worst' measurements appear among the strongest features.</a:t>
            </a:r>
            <a:endParaRPr sz="1600">
              <a:latin typeface="Gill Sans MT"/>
              <a:ea typeface="Calibri"/>
              <a:cs typeface="Calibri"/>
            </a:endParaRPr>
          </a:p>
          <a:p>
            <a:pPr>
              <a:spcAft>
                <a:spcPts val="900"/>
              </a:spcAft>
              <a:defRPr sz="1500">
                <a:solidFill>
                  <a:srgbClr val="414C5A"/>
                </a:solidFill>
              </a:defRPr>
            </a:pPr>
            <a:r>
              <a:rPr sz="1600" dirty="0">
                <a:latin typeface="Gill Sans MT"/>
              </a:rPr>
              <a:t>• Area, radius, perimeter, concavity and concave points are prominent.</a:t>
            </a:r>
            <a:endParaRPr sz="1600">
              <a:latin typeface="Gill Sans MT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3428" y="184404"/>
            <a:ext cx="5640711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800" b="1">
                <a:solidFill>
                  <a:srgbClr val="265C91"/>
                </a:solidFill>
              </a:defRPr>
            </a:pPr>
            <a:r>
              <a:rPr lang="en-US" sz="2800" dirty="0">
                <a:latin typeface="Gill Sans MT"/>
              </a:rPr>
              <a:t>STEP-4: </a:t>
            </a:r>
            <a:r>
              <a:rPr sz="2800" dirty="0">
                <a:latin typeface="Gill Sans MT"/>
              </a:rPr>
              <a:t>MODEL EVALUATION</a:t>
            </a:r>
            <a:endParaRPr lang="en-US" sz="2800" dirty="0">
              <a:latin typeface="Gill Sans MT"/>
              <a:ea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6878" y="850392"/>
            <a:ext cx="875117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500" b="1">
                <a:solidFill>
                  <a:srgbClr val="12233E"/>
                </a:solidFill>
              </a:defRPr>
            </a:pPr>
            <a:r>
              <a:rPr lang="en-US" sz="2000" dirty="0"/>
              <a:t> </a:t>
            </a:r>
            <a:r>
              <a:rPr sz="2000" dirty="0">
                <a:latin typeface="Gill Sans MT"/>
              </a:rPr>
              <a:t>BASELINE MODEL COMPARISON</a:t>
            </a:r>
            <a:endParaRPr lang="en-US" sz="2000" dirty="0">
              <a:latin typeface="Gill Sans MT"/>
            </a:endParaRP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1325880"/>
          <a:ext cx="548640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172200" y="1325880"/>
          <a:ext cx="548640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655570" y="5779770"/>
            <a:ext cx="6670352" cy="58477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 b="1">
                <a:solidFill>
                  <a:srgbClr val="12233E"/>
                </a:solidFill>
              </a:defRPr>
            </a:pPr>
            <a:r>
              <a:rPr sz="1600" dirty="0">
                <a:latin typeface="Gill Sans MT"/>
              </a:rPr>
              <a:t>Baseline takeaway: SVM has the highest baseline accuracy (97.37</a:t>
            </a:r>
            <a:r>
              <a:rPr lang="en-US" sz="1600" dirty="0">
                <a:latin typeface="Gill Sans MT"/>
              </a:rPr>
              <a:t>%).</a:t>
            </a:r>
            <a:endParaRPr lang="en-US" sz="1600" dirty="0">
              <a:latin typeface="Gill Sans MT"/>
              <a:ea typeface="Calibri"/>
              <a:cs typeface="Calibri"/>
            </a:endParaRPr>
          </a:p>
          <a:p>
            <a:pPr>
              <a:defRPr sz="1300" b="1">
                <a:solidFill>
                  <a:srgbClr val="12233E"/>
                </a:solidFill>
              </a:defRPr>
            </a:pPr>
            <a:r>
              <a:rPr sz="1600" dirty="0">
                <a:latin typeface="Gill Sans MT"/>
              </a:rPr>
              <a:t>Logistic Regression has the highest baseline ROC-AUC (0.9960).</a:t>
            </a:r>
            <a:endParaRPr lang="en-US" sz="1600" dirty="0">
              <a:latin typeface="Gill Sans MT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7178" y="146304"/>
            <a:ext cx="6843668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800" b="1">
                <a:solidFill>
                  <a:srgbClr val="265C91"/>
                </a:solidFill>
              </a:defRPr>
            </a:pPr>
            <a:r>
              <a:rPr lang="en-US" sz="2800" dirty="0">
                <a:latin typeface="Gill Sans MT"/>
              </a:rPr>
              <a:t>STEP-5:</a:t>
            </a:r>
            <a:r>
              <a:rPr sz="2800" dirty="0">
                <a:latin typeface="Gill Sans MT"/>
              </a:rPr>
              <a:t> </a:t>
            </a:r>
            <a:r>
              <a:rPr lang="en-US" sz="2800" dirty="0">
                <a:latin typeface="Gill Sans MT"/>
              </a:rPr>
              <a:t> </a:t>
            </a:r>
            <a:r>
              <a:rPr sz="2800" dirty="0">
                <a:latin typeface="Gill Sans MT"/>
              </a:rPr>
              <a:t> EVALUATION &amp; SELECTION</a:t>
            </a:r>
            <a:endParaRPr lang="en-US" sz="2800" dirty="0">
              <a:latin typeface="Gill Sans MT"/>
              <a:ea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0253" y="726567"/>
            <a:ext cx="3489801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500" b="1">
                <a:solidFill>
                  <a:srgbClr val="12233E"/>
                </a:solidFill>
              </a:defRPr>
            </a:pPr>
            <a:r>
              <a:rPr sz="2000" dirty="0"/>
              <a:t>TUNED MODEL PERFORMANCE</a:t>
            </a:r>
            <a:endParaRPr lang="en-US" sz="2000" dirty="0">
              <a:ea typeface="Calibri"/>
              <a:cs typeface="Calibri"/>
            </a:endParaRP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1325880"/>
          <a:ext cx="54864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172200" y="1325880"/>
          <a:ext cx="54864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794760" y="5623560"/>
            <a:ext cx="23317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2400" b="1">
                <a:solidFill>
                  <a:srgbClr val="265C91"/>
                </a:solidFill>
              </a:defRPr>
            </a:pPr>
            <a:r>
              <a:rPr dirty="0"/>
              <a:t>99.12%</a:t>
            </a:r>
          </a:p>
          <a:p>
            <a:pPr algn="ctr">
              <a:defRPr sz="800" b="1">
                <a:solidFill>
                  <a:srgbClr val="75808D"/>
                </a:solidFill>
              </a:defRPr>
            </a:pPr>
            <a:r>
              <a:rPr sz="1200" dirty="0">
                <a:solidFill>
                  <a:schemeClr val="tx1"/>
                </a:solidFill>
              </a:rPr>
              <a:t>BEST ACCURACY</a:t>
            </a:r>
            <a:endParaRPr sz="12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309360" y="5623560"/>
            <a:ext cx="23317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2400" b="1">
                <a:solidFill>
                  <a:srgbClr val="327E7D"/>
                </a:solidFill>
              </a:defRPr>
            </a:pPr>
            <a:r>
              <a:rPr dirty="0"/>
              <a:t>97.62%</a:t>
            </a:r>
          </a:p>
          <a:p>
            <a:pPr algn="ctr">
              <a:defRPr sz="800" b="1">
                <a:solidFill>
                  <a:srgbClr val="75808D"/>
                </a:solidFill>
              </a:defRPr>
            </a:pPr>
            <a:r>
              <a:rPr sz="1200" dirty="0">
                <a:solidFill>
                  <a:schemeClr val="tx1"/>
                </a:solidFill>
              </a:rPr>
              <a:t>BEST RECALL TIE</a:t>
            </a:r>
            <a:endParaRPr sz="1200">
              <a:solidFill>
                <a:schemeClr val="tx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81528" y="146304"/>
            <a:ext cx="5979522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800" b="1">
                <a:solidFill>
                  <a:srgbClr val="4797B5"/>
                </a:solidFill>
              </a:defRPr>
            </a:pPr>
            <a:r>
              <a:rPr lang="en-US" sz="2800" dirty="0">
                <a:solidFill>
                  <a:schemeClr val="bg1"/>
                </a:solidFill>
                <a:latin typeface="Gill Sans MT"/>
              </a:rPr>
              <a:t>TUNED</a:t>
            </a:r>
            <a:r>
              <a:rPr sz="2800" dirty="0">
                <a:solidFill>
                  <a:schemeClr val="bg1"/>
                </a:solidFill>
                <a:latin typeface="Gill Sans MT"/>
              </a:rPr>
              <a:t> LOGISTIC REGRESSION</a:t>
            </a:r>
            <a:endParaRPr lang="en-US" sz="2800" dirty="0">
              <a:solidFill>
                <a:schemeClr val="bg1"/>
              </a:solidFill>
              <a:latin typeface="Gill Sans MT"/>
              <a:ea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802767"/>
            <a:ext cx="4799712" cy="4770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 dirty="0">
                <a:latin typeface="Gill Sans MT"/>
              </a:rPr>
              <a:t>THE WINNING SCORECARD</a:t>
            </a:r>
            <a:endParaRPr lang="en-US" dirty="0">
              <a:latin typeface="Gill Sans MT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8C73251-BA98-0193-66A0-6233B4C367CE}"/>
              </a:ext>
            </a:extLst>
          </p:cNvPr>
          <p:cNvGrpSpPr/>
          <p:nvPr/>
        </p:nvGrpSpPr>
        <p:grpSpPr>
          <a:xfrm>
            <a:off x="1981200" y="1609725"/>
            <a:ext cx="8458200" cy="3108960"/>
            <a:chOff x="685800" y="1371600"/>
            <a:chExt cx="8458200" cy="3108960"/>
          </a:xfrm>
        </p:grpSpPr>
        <p:sp>
          <p:nvSpPr>
            <p:cNvPr id="4" name="Rounded Rectangle 3"/>
            <p:cNvSpPr/>
            <p:nvPr/>
          </p:nvSpPr>
          <p:spPr>
            <a:xfrm>
              <a:off x="685800" y="1371600"/>
              <a:ext cx="2514600" cy="132588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DE3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 sz="2400" b="1">
                  <a:solidFill>
                    <a:srgbClr val="4797B5"/>
                  </a:solidFill>
                </a:defRPr>
              </a:pPr>
              <a:r>
                <a:rPr dirty="0"/>
                <a:t>99.12%</a:t>
              </a:r>
            </a:p>
            <a:p>
              <a:pPr algn="ctr">
                <a:defRPr sz="800" b="1">
                  <a:solidFill>
                    <a:srgbClr val="75808D"/>
                  </a:solidFill>
                </a:defRPr>
              </a:pPr>
              <a:r>
                <a:rPr sz="1200" dirty="0">
                  <a:solidFill>
                    <a:schemeClr val="tx1"/>
                  </a:solidFill>
                </a:rPr>
                <a:t>ACCURACY</a:t>
              </a:r>
              <a:endParaRPr sz="1200">
                <a:solidFill>
                  <a:schemeClr val="tx1"/>
                </a:solidFill>
                <a:ea typeface="Calibri"/>
                <a:cs typeface="Calibri"/>
              </a:endParaRP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657600" y="1371600"/>
              <a:ext cx="2514600" cy="132588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DE3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 sz="2400" b="1">
                  <a:solidFill>
                    <a:srgbClr val="4797B5"/>
                  </a:solidFill>
                </a:defRPr>
              </a:pPr>
              <a:r>
                <a:rPr dirty="0"/>
                <a:t>100%</a:t>
              </a:r>
            </a:p>
            <a:p>
              <a:pPr algn="ctr">
                <a:defRPr sz="800" b="1">
                  <a:solidFill>
                    <a:srgbClr val="75808D"/>
                  </a:solidFill>
                </a:defRPr>
              </a:pPr>
              <a:r>
                <a:rPr sz="1200" dirty="0">
                  <a:solidFill>
                    <a:schemeClr val="tx1"/>
                  </a:solidFill>
                </a:rPr>
                <a:t>PRECISION</a:t>
              </a:r>
              <a:endParaRPr sz="1200">
                <a:solidFill>
                  <a:schemeClr val="tx1"/>
                </a:solidFill>
                <a:ea typeface="Calibri"/>
                <a:cs typeface="Calibri"/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629400" y="1371600"/>
              <a:ext cx="2514600" cy="132588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DE3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 sz="2400" b="1">
                  <a:solidFill>
                    <a:srgbClr val="4797B5"/>
                  </a:solidFill>
                </a:defRPr>
              </a:pPr>
              <a:r>
                <a:rPr dirty="0"/>
                <a:t>97.62%</a:t>
              </a:r>
            </a:p>
            <a:p>
              <a:pPr algn="ctr">
                <a:defRPr sz="800" b="1">
                  <a:solidFill>
                    <a:srgbClr val="75808D"/>
                  </a:solidFill>
                </a:defRPr>
              </a:pPr>
              <a:r>
                <a:rPr sz="1200" dirty="0">
                  <a:solidFill>
                    <a:schemeClr val="tx1"/>
                  </a:solidFill>
                </a:rPr>
                <a:t>RECALL</a:t>
              </a:r>
              <a:endParaRPr sz="1200">
                <a:solidFill>
                  <a:schemeClr val="tx1"/>
                </a:solidFill>
                <a:ea typeface="Calibri"/>
                <a:cs typeface="Calibri"/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85800" y="3154680"/>
              <a:ext cx="2514600" cy="132588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DE3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 sz="2400" b="1">
                  <a:solidFill>
                    <a:srgbClr val="4797B5"/>
                  </a:solidFill>
                </a:defRPr>
              </a:pPr>
              <a:r>
                <a:rPr dirty="0"/>
                <a:t>100%</a:t>
              </a:r>
            </a:p>
            <a:p>
              <a:pPr algn="ctr">
                <a:defRPr sz="800" b="1">
                  <a:solidFill>
                    <a:srgbClr val="75808D"/>
                  </a:solidFill>
                </a:defRPr>
              </a:pPr>
              <a:r>
                <a:rPr sz="1200" dirty="0">
                  <a:solidFill>
                    <a:schemeClr val="tx1"/>
                  </a:solidFill>
                </a:rPr>
                <a:t>SPECIFICITY</a:t>
              </a:r>
              <a:endParaRPr sz="1200">
                <a:solidFill>
                  <a:schemeClr val="tx1"/>
                </a:solidFill>
                <a:ea typeface="Calibri"/>
                <a:cs typeface="Calibri"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657600" y="3154680"/>
              <a:ext cx="2514600" cy="132588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DE3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 sz="2400" b="1">
                  <a:solidFill>
                    <a:srgbClr val="4797B5"/>
                  </a:solidFill>
                </a:defRPr>
              </a:pPr>
              <a:r>
                <a:rPr dirty="0"/>
                <a:t>98.80%</a:t>
              </a:r>
            </a:p>
            <a:p>
              <a:pPr algn="ctr">
                <a:defRPr sz="800" b="1">
                  <a:solidFill>
                    <a:srgbClr val="75808D"/>
                  </a:solidFill>
                </a:defRPr>
              </a:pPr>
              <a:r>
                <a:rPr sz="1200" dirty="0">
                  <a:solidFill>
                    <a:schemeClr val="tx1"/>
                  </a:solidFill>
                </a:rPr>
                <a:t>F1-SCORE</a:t>
              </a:r>
              <a:endParaRPr sz="1200">
                <a:solidFill>
                  <a:schemeClr val="tx1"/>
                </a:solidFill>
                <a:ea typeface="Calibri"/>
                <a:cs typeface="Calibri"/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629400" y="3154680"/>
              <a:ext cx="2514600" cy="132588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DE3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 sz="2400" b="1">
                  <a:solidFill>
                    <a:srgbClr val="4797B5"/>
                  </a:solidFill>
                </a:defRPr>
              </a:pPr>
              <a:r>
                <a:rPr dirty="0"/>
                <a:t>0.9977</a:t>
              </a:r>
            </a:p>
            <a:p>
              <a:pPr algn="ctr">
                <a:defRPr sz="800" b="1">
                  <a:solidFill>
                    <a:srgbClr val="75808D"/>
                  </a:solidFill>
                </a:defRPr>
              </a:pPr>
              <a:r>
                <a:rPr sz="1200" dirty="0">
                  <a:solidFill>
                    <a:schemeClr val="tx1"/>
                  </a:solidFill>
                </a:rPr>
                <a:t>ROC-AUC</a:t>
              </a:r>
              <a:endParaRPr sz="1200">
                <a:solidFill>
                  <a:schemeClr val="tx1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22960" y="5074920"/>
            <a:ext cx="10424160" cy="82330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FFFFF"/>
                </a:solidFill>
              </a:defRPr>
            </a:pPr>
            <a:r>
              <a:rPr sz="2000" dirty="0">
                <a:latin typeface="Gill Sans MT"/>
              </a:rPr>
              <a:t>• Only 1 false negative was recorded on the held-out test set.</a:t>
            </a:r>
            <a:endParaRPr lang="en-US" sz="2000">
              <a:latin typeface="Gill Sans MT"/>
              <a:ea typeface="Calibri"/>
              <a:cs typeface="Calibri"/>
            </a:endParaRPr>
          </a:p>
          <a:p>
            <a:pPr>
              <a:spcAft>
                <a:spcPts val="900"/>
              </a:spcAft>
              <a:defRPr sz="1500">
                <a:solidFill>
                  <a:srgbClr val="FFFFFF"/>
                </a:solidFill>
              </a:defRPr>
            </a:pPr>
            <a:r>
              <a:rPr sz="2000" dirty="0">
                <a:latin typeface="Gill Sans MT"/>
              </a:rPr>
              <a:t>• These results are the strongest overall among the tuned models recorded in the notebook.</a:t>
            </a:r>
            <a:endParaRPr sz="2000">
              <a:latin typeface="Gill Sans MT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29178" y="146304"/>
            <a:ext cx="5780750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800" b="1">
                <a:solidFill>
                  <a:srgbClr val="265C91"/>
                </a:solidFill>
              </a:defRPr>
            </a:pPr>
            <a:r>
              <a:rPr lang="en-US" sz="2800" dirty="0">
                <a:latin typeface="Gill Sans MT"/>
              </a:rPr>
              <a:t>STEP-6:</a:t>
            </a:r>
            <a:r>
              <a:rPr sz="2800" dirty="0">
                <a:latin typeface="Gill Sans MT"/>
              </a:rPr>
              <a:t> </a:t>
            </a:r>
            <a:r>
              <a:rPr lang="en-US" sz="2800" dirty="0">
                <a:latin typeface="Gill Sans MT"/>
              </a:rPr>
              <a:t> </a:t>
            </a:r>
            <a:r>
              <a:rPr sz="2800" dirty="0">
                <a:latin typeface="Gill Sans MT"/>
              </a:rPr>
              <a:t>DECISION TRADE-OFF</a:t>
            </a:r>
            <a:endParaRPr lang="en-US" sz="2800" dirty="0">
              <a:latin typeface="Gill Sans MT"/>
              <a:ea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69417"/>
            <a:ext cx="3841180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500" b="1">
                <a:solidFill>
                  <a:srgbClr val="12233E"/>
                </a:solidFill>
              </a:defRPr>
            </a:pPr>
            <a:r>
              <a:rPr sz="2400" dirty="0">
                <a:solidFill>
                  <a:schemeClr val="tx2"/>
                </a:solidFill>
                <a:latin typeface="Gill Sans MT"/>
              </a:rPr>
              <a:t>THRESHOLD ANALYSIS</a:t>
            </a:r>
            <a:endParaRPr lang="en-US" sz="2400">
              <a:solidFill>
                <a:schemeClr val="tx2"/>
              </a:solidFill>
              <a:latin typeface="Gill Sans MT"/>
              <a:ea typeface="Calibri"/>
              <a:cs typeface="Calibri"/>
            </a:endParaRP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1325880"/>
          <a:ext cx="54864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172200" y="1325880"/>
          <a:ext cx="54864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19150" y="5673090"/>
            <a:ext cx="10789920" cy="7001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414C5A"/>
                </a:solidFill>
              </a:defRPr>
            </a:pPr>
            <a:r>
              <a:rPr sz="1600" dirty="0">
                <a:latin typeface="Gill Sans MT"/>
              </a:rPr>
              <a:t>• At threshold 0.5: recall 97.6%, precision 100%, specificity 100%, F1 0.988.</a:t>
            </a:r>
            <a:endParaRPr lang="en-US" sz="1600">
              <a:latin typeface="Gill Sans MT"/>
              <a:ea typeface="Calibri"/>
              <a:cs typeface="Calibri"/>
            </a:endParaRPr>
          </a:p>
          <a:p>
            <a:pPr>
              <a:spcAft>
                <a:spcPts val="900"/>
              </a:spcAft>
              <a:defRPr sz="1200">
                <a:solidFill>
                  <a:srgbClr val="414C5A"/>
                </a:solidFill>
              </a:defRPr>
            </a:pPr>
            <a:r>
              <a:rPr sz="1600" dirty="0">
                <a:latin typeface="Gill Sans MT"/>
              </a:rPr>
              <a:t>• At thresholds 0.1–0.2: recall reaches 100%, but false positives increase.</a:t>
            </a:r>
            <a:endParaRPr sz="1600">
              <a:latin typeface="Gill Sans MT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19653" y="232029"/>
            <a:ext cx="4768998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800" b="1">
                <a:solidFill>
                  <a:srgbClr val="265C91"/>
                </a:solidFill>
              </a:defRPr>
            </a:pPr>
            <a:r>
              <a:rPr lang="en-US" sz="2800" dirty="0">
                <a:latin typeface="Gill Sans MT"/>
              </a:rPr>
              <a:t>STEP-7:</a:t>
            </a:r>
            <a:r>
              <a:rPr sz="2800" dirty="0">
                <a:latin typeface="Gill Sans MT"/>
              </a:rPr>
              <a:t> ERROR ANALYSIS</a:t>
            </a:r>
            <a:endParaRPr lang="en-US" sz="2800" dirty="0">
              <a:latin typeface="Gill Sans MT"/>
              <a:ea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5028" y="1002792"/>
            <a:ext cx="5264133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500" b="1">
                <a:solidFill>
                  <a:srgbClr val="12233E"/>
                </a:solidFill>
              </a:defRPr>
            </a:pPr>
            <a:r>
              <a:rPr sz="2000" dirty="0"/>
              <a:t>CONFUSION MATRIX: WHAT THE ERRORS MEAN</a:t>
            </a:r>
            <a:endParaRPr lang="en-US" sz="2000" dirty="0">
              <a:ea typeface="Calibri"/>
              <a:cs typeface="Calibri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E948E4D-E0A0-A442-EBFF-7A509218BE13}"/>
              </a:ext>
            </a:extLst>
          </p:cNvPr>
          <p:cNvGrpSpPr/>
          <p:nvPr/>
        </p:nvGrpSpPr>
        <p:grpSpPr>
          <a:xfrm>
            <a:off x="868680" y="1657350"/>
            <a:ext cx="5164455" cy="3404235"/>
            <a:chOff x="868680" y="1600200"/>
            <a:chExt cx="4526280" cy="3108960"/>
          </a:xfrm>
        </p:grpSpPr>
        <p:sp>
          <p:nvSpPr>
            <p:cNvPr id="4" name="Rounded Rectangle 3"/>
            <p:cNvSpPr/>
            <p:nvPr/>
          </p:nvSpPr>
          <p:spPr>
            <a:xfrm>
              <a:off x="868680" y="1600200"/>
              <a:ext cx="2148840" cy="141732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327E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2500" b="1">
                  <a:solidFill>
                    <a:srgbClr val="327E7D"/>
                  </a:solidFill>
                </a:defRPr>
              </a:pPr>
              <a:r>
                <a:t>72</a:t>
              </a:r>
            </a:p>
            <a:p>
              <a:pPr algn="ctr">
                <a:defRPr sz="900" b="1">
                  <a:solidFill>
                    <a:srgbClr val="12233E"/>
                  </a:solidFill>
                </a:defRPr>
              </a:pPr>
              <a:r>
                <a:t>TRUE NEGATIVE</a:t>
              </a:r>
            </a:p>
            <a:p>
              <a:pPr algn="ctr">
                <a:defRPr sz="800">
                  <a:solidFill>
                    <a:srgbClr val="75808D"/>
                  </a:solidFill>
                </a:defRPr>
              </a:pPr>
              <a:r>
                <a:t>Actual Benign → Predicted Benign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246120" y="1600200"/>
              <a:ext cx="2148840" cy="141732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BF4A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2500" b="1">
                  <a:solidFill>
                    <a:srgbClr val="BF4A4A"/>
                  </a:solidFill>
                </a:defRPr>
              </a:pPr>
              <a:r>
                <a:t>0</a:t>
              </a:r>
            </a:p>
            <a:p>
              <a:pPr algn="ctr">
                <a:defRPr sz="900" b="1">
                  <a:solidFill>
                    <a:srgbClr val="12233E"/>
                  </a:solidFill>
                </a:defRPr>
              </a:pPr>
              <a:r>
                <a:t>FALSE POSITIVE</a:t>
              </a:r>
            </a:p>
            <a:p>
              <a:pPr algn="ctr">
                <a:defRPr sz="800">
                  <a:solidFill>
                    <a:srgbClr val="75808D"/>
                  </a:solidFill>
                </a:defRPr>
              </a:pPr>
              <a:r>
                <a:t>Actual Benign → Predicted Malignant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68680" y="3291840"/>
              <a:ext cx="2148840" cy="141732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BF4A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2500" b="1">
                  <a:solidFill>
                    <a:srgbClr val="BF4A4A"/>
                  </a:solidFill>
                </a:defRPr>
              </a:pPr>
              <a:r>
                <a:t>1</a:t>
              </a:r>
            </a:p>
            <a:p>
              <a:pPr algn="ctr">
                <a:defRPr sz="900" b="1">
                  <a:solidFill>
                    <a:srgbClr val="12233E"/>
                  </a:solidFill>
                </a:defRPr>
              </a:pPr>
              <a:r>
                <a:t>FALSE NEGATIVE</a:t>
              </a:r>
            </a:p>
            <a:p>
              <a:pPr algn="ctr">
                <a:defRPr sz="800">
                  <a:solidFill>
                    <a:srgbClr val="75808D"/>
                  </a:solidFill>
                </a:defRPr>
              </a:pPr>
              <a:r>
                <a:t>Actual Malignant → Predicted Benign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246120" y="3291840"/>
              <a:ext cx="2148840" cy="141732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327E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2500" b="1">
                  <a:solidFill>
                    <a:srgbClr val="327E7D"/>
                  </a:solidFill>
                </a:defRPr>
              </a:pPr>
              <a:r>
                <a:t>41</a:t>
              </a:r>
            </a:p>
            <a:p>
              <a:pPr algn="ctr">
                <a:defRPr sz="900" b="1">
                  <a:solidFill>
                    <a:srgbClr val="12233E"/>
                  </a:solidFill>
                </a:defRPr>
              </a:pPr>
              <a:r>
                <a:t>TRUE POSITIVE</a:t>
              </a:r>
            </a:p>
            <a:p>
              <a:pPr algn="ctr">
                <a:defRPr sz="800">
                  <a:solidFill>
                    <a:srgbClr val="75808D"/>
                  </a:solidFill>
                </a:defRPr>
              </a:pPr>
              <a:r>
                <a:t>Actual Malignant → Predicted Malignant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6349365" y="2234565"/>
            <a:ext cx="5669280" cy="20544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414C5A"/>
                </a:solidFill>
              </a:defRPr>
            </a:pPr>
            <a:r>
              <a:rPr sz="2000" dirty="0">
                <a:latin typeface="Gill Sans MT"/>
              </a:rPr>
              <a:t>• The tuned Logistic Regression result corresponds to one recorded false negative and zero false positives.</a:t>
            </a:r>
            <a:endParaRPr lang="en-US" sz="2000">
              <a:latin typeface="Gill Sans MT"/>
              <a:ea typeface="Calibri"/>
              <a:cs typeface="Calibri"/>
            </a:endParaRPr>
          </a:p>
          <a:p>
            <a:pPr>
              <a:spcAft>
                <a:spcPts val="900"/>
              </a:spcAft>
              <a:defRPr sz="1600">
                <a:solidFill>
                  <a:srgbClr val="414C5A"/>
                </a:solidFill>
              </a:defRPr>
            </a:pPr>
            <a:r>
              <a:rPr sz="2000" dirty="0">
                <a:latin typeface="Gill Sans MT"/>
              </a:rPr>
              <a:t>• For a classification problem where missed malignant cases matter, the false-negative count is an important result to monitor.</a:t>
            </a:r>
            <a:endParaRPr sz="2000">
              <a:latin typeface="Gill Sans MT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42768" y="146304"/>
            <a:ext cx="6309741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800" b="1">
                <a:solidFill>
                  <a:srgbClr val="265C91"/>
                </a:solidFill>
              </a:defRPr>
            </a:pPr>
            <a:r>
              <a:rPr lang="en-US" sz="2800" dirty="0">
                <a:latin typeface="Gill Sans MT"/>
              </a:rPr>
              <a:t>STEP-8: </a:t>
            </a:r>
            <a:r>
              <a:rPr sz="2800" dirty="0">
                <a:latin typeface="Gill Sans MT"/>
              </a:rPr>
              <a:t> HELD-OUT TEST SAMPLE</a:t>
            </a:r>
            <a:endParaRPr lang="en-US" sz="2800" dirty="0">
              <a:latin typeface="Gill Sans MT"/>
              <a:ea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8048" y="860552"/>
            <a:ext cx="3246402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500" b="1">
                <a:solidFill>
                  <a:srgbClr val="12233E"/>
                </a:solidFill>
              </a:defRPr>
            </a:pPr>
            <a:r>
              <a:rPr sz="2000" dirty="0">
                <a:latin typeface="Gill Sans MT"/>
              </a:rPr>
              <a:t>EXAMPLE PREDICTION</a:t>
            </a:r>
            <a:endParaRPr lang="en-US" sz="2000">
              <a:latin typeface="Gill Sans MT"/>
              <a:ea typeface="Calibri"/>
              <a:cs typeface="Calibri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755B3EE-F6AD-6194-0E1B-37B18F9AC32A}"/>
              </a:ext>
            </a:extLst>
          </p:cNvPr>
          <p:cNvGrpSpPr/>
          <p:nvPr/>
        </p:nvGrpSpPr>
        <p:grpSpPr>
          <a:xfrm>
            <a:off x="995680" y="1574800"/>
            <a:ext cx="10058400" cy="1417320"/>
            <a:chOff x="914400" y="1554480"/>
            <a:chExt cx="10058400" cy="1417320"/>
          </a:xfrm>
        </p:grpSpPr>
        <p:sp>
          <p:nvSpPr>
            <p:cNvPr id="4" name="Rounded Rectangle 3"/>
            <p:cNvSpPr/>
            <p:nvPr/>
          </p:nvSpPr>
          <p:spPr>
            <a:xfrm>
              <a:off x="914400" y="1554480"/>
              <a:ext cx="2423160" cy="141732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DE3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 sz="2400" b="1">
                  <a:solidFill>
                    <a:srgbClr val="327E7D"/>
                  </a:solidFill>
                </a:defRPr>
              </a:pPr>
              <a:r>
                <a:rPr dirty="0"/>
                <a:t>BENIGN</a:t>
              </a:r>
            </a:p>
            <a:p>
              <a:pPr algn="ctr">
                <a:defRPr sz="800" b="1">
                  <a:solidFill>
                    <a:srgbClr val="75808D"/>
                  </a:solidFill>
                </a:defRPr>
              </a:pPr>
              <a:r>
                <a:rPr sz="1200" dirty="0">
                  <a:solidFill>
                    <a:schemeClr val="tx1"/>
                  </a:solidFill>
                </a:rPr>
                <a:t>PREDICTED CLASS</a:t>
              </a:r>
              <a:endParaRPr sz="1200">
                <a:solidFill>
                  <a:schemeClr val="tx1"/>
                </a:solidFill>
                <a:ea typeface="Calibri"/>
                <a:cs typeface="Calibri"/>
              </a:endParaRP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657600" y="1554480"/>
              <a:ext cx="2423160" cy="141732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DE3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 sz="2400" b="1">
                  <a:solidFill>
                    <a:srgbClr val="265C91"/>
                  </a:solidFill>
                </a:defRPr>
              </a:pPr>
              <a:r>
                <a:rPr dirty="0"/>
                <a:t>99.23%</a:t>
              </a:r>
            </a:p>
            <a:p>
              <a:pPr algn="ctr">
                <a:defRPr sz="800" b="1">
                  <a:solidFill>
                    <a:srgbClr val="75808D"/>
                  </a:solidFill>
                </a:defRPr>
              </a:pPr>
              <a:r>
                <a:rPr sz="1200" dirty="0">
                  <a:solidFill>
                    <a:schemeClr val="tx1"/>
                  </a:solidFill>
                </a:rPr>
                <a:t>BENIGN PROBABILITY</a:t>
              </a:r>
              <a:endParaRPr sz="1200">
                <a:solidFill>
                  <a:schemeClr val="tx1"/>
                </a:solidFill>
                <a:ea typeface="Calibri"/>
                <a:cs typeface="Calibri"/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0" y="1554480"/>
              <a:ext cx="2423160" cy="141732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DE3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 sz="2400" b="1">
                  <a:solidFill>
                    <a:srgbClr val="BF4A4A"/>
                  </a:solidFill>
                </a:defRPr>
              </a:pPr>
              <a:r>
                <a:rPr dirty="0"/>
                <a:t>0.77%</a:t>
              </a:r>
            </a:p>
            <a:p>
              <a:pPr algn="ctr">
                <a:defRPr sz="800" b="1">
                  <a:solidFill>
                    <a:srgbClr val="75808D"/>
                  </a:solidFill>
                </a:defRPr>
              </a:pPr>
              <a:r>
                <a:rPr sz="1200" dirty="0">
                  <a:solidFill>
                    <a:schemeClr val="tx1"/>
                  </a:solidFill>
                </a:rPr>
                <a:t>MALIGNANT PROBABILITY</a:t>
              </a:r>
              <a:endParaRPr sz="1200">
                <a:solidFill>
                  <a:schemeClr val="tx1"/>
                </a:solidFill>
                <a:ea typeface="Calibri"/>
                <a:cs typeface="Calibri"/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9144000" y="1554480"/>
              <a:ext cx="1828800" cy="141732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DE3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 sz="2400" b="1">
                  <a:solidFill>
                    <a:srgbClr val="327E7D"/>
                  </a:solidFill>
                </a:defRPr>
              </a:pPr>
              <a:r>
                <a:rPr dirty="0"/>
                <a:t>BENIGN</a:t>
              </a:r>
            </a:p>
            <a:p>
              <a:pPr algn="ctr">
                <a:defRPr sz="800" b="1">
                  <a:solidFill>
                    <a:srgbClr val="75808D"/>
                  </a:solidFill>
                </a:defRPr>
              </a:pPr>
              <a:r>
                <a:rPr sz="1200" dirty="0">
                  <a:solidFill>
                    <a:schemeClr val="tx1"/>
                  </a:solidFill>
                </a:rPr>
                <a:t>ACTUAL CLASS</a:t>
              </a:r>
              <a:endParaRPr sz="1200">
                <a:solidFill>
                  <a:schemeClr val="tx1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914400" y="3703320"/>
            <a:ext cx="10058400" cy="12464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414C5A"/>
                </a:solidFill>
              </a:defRPr>
            </a:pPr>
            <a:r>
              <a:rPr sz="2000" dirty="0">
                <a:latin typeface="Gill Sans MT"/>
              </a:rPr>
              <a:t>• The notebook predicts the first observation from </a:t>
            </a:r>
            <a:r>
              <a:rPr sz="2000" dirty="0" err="1">
                <a:latin typeface="Gill Sans MT"/>
              </a:rPr>
              <a:t>X_test</a:t>
            </a:r>
            <a:r>
              <a:rPr sz="2000" dirty="0">
                <a:latin typeface="Gill Sans MT"/>
              </a:rPr>
              <a:t> using tuned Logistic Regression.</a:t>
            </a:r>
            <a:endParaRPr lang="en-US" sz="2000">
              <a:latin typeface="Gill Sans MT"/>
              <a:ea typeface="Calibri"/>
              <a:cs typeface="Calibri"/>
            </a:endParaRPr>
          </a:p>
          <a:p>
            <a:pPr>
              <a:spcAft>
                <a:spcPts val="900"/>
              </a:spcAft>
              <a:defRPr sz="1700">
                <a:solidFill>
                  <a:srgbClr val="414C5A"/>
                </a:solidFill>
              </a:defRPr>
            </a:pPr>
            <a:r>
              <a:rPr sz="2000" dirty="0">
                <a:latin typeface="Gill Sans MT"/>
              </a:rPr>
              <a:t>• The prediction matches the actual observed class.</a:t>
            </a:r>
            <a:endParaRPr sz="2000">
              <a:latin typeface="Gill Sans MT"/>
              <a:ea typeface="Calibri"/>
              <a:cs typeface="Calibri"/>
            </a:endParaRPr>
          </a:p>
          <a:p>
            <a:pPr>
              <a:spcAft>
                <a:spcPts val="900"/>
              </a:spcAft>
              <a:defRPr sz="1700">
                <a:solidFill>
                  <a:srgbClr val="414C5A"/>
                </a:solidFill>
              </a:defRPr>
            </a:pPr>
            <a:r>
              <a:rPr sz="2000" dirty="0">
                <a:latin typeface="Gill Sans MT"/>
              </a:rPr>
              <a:t>• This is a held-out test example, not a completely new clinical case.</a:t>
            </a:r>
            <a:endParaRPr sz="2000">
              <a:latin typeface="Gill Sans MT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81478" y="146304"/>
            <a:ext cx="6614311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800" b="1">
                <a:solidFill>
                  <a:srgbClr val="265C91"/>
                </a:solidFill>
              </a:defRPr>
            </a:pPr>
            <a:r>
              <a:rPr lang="en-US" sz="2800" dirty="0">
                <a:latin typeface="Gill Sans MT"/>
              </a:rPr>
              <a:t>STEP-9:  </a:t>
            </a:r>
            <a:r>
              <a:rPr sz="2800" dirty="0">
                <a:latin typeface="Gill Sans MT"/>
              </a:rPr>
              <a:t> FINAL MODEL SELECTION</a:t>
            </a:r>
            <a:endParaRPr lang="en-US" sz="2800" dirty="0">
              <a:latin typeface="Gill Sans MT"/>
              <a:ea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69417"/>
            <a:ext cx="4131259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500" b="1">
                <a:solidFill>
                  <a:srgbClr val="12233E"/>
                </a:solidFill>
              </a:defRPr>
            </a:pPr>
            <a:r>
              <a:rPr sz="2000" dirty="0">
                <a:latin typeface="Gill Sans MT"/>
              </a:rPr>
              <a:t>WHY LOGISTIC REGRESSION?</a:t>
            </a:r>
            <a:endParaRPr lang="en-US" sz="2000">
              <a:latin typeface="Gill Sans MT"/>
              <a:ea typeface="Calibri"/>
              <a:cs typeface="Calibri"/>
            </a:endParaRP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325880"/>
          <a:ext cx="53949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325880"/>
          <a:ext cx="53949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7150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414C5A"/>
                </a:solidFill>
              </a:defRPr>
            </a:pPr>
            <a:r>
              <a:t>• Logistic Regression: 1 false negative • Random Forest: 3 false negatives.</a:t>
            </a:r>
          </a:p>
          <a:p>
            <a:pPr>
              <a:spcAft>
                <a:spcPts val="900"/>
              </a:spcAft>
              <a:defRPr sz="1200">
                <a:solidFill>
                  <a:srgbClr val="414C5A"/>
                </a:solidFill>
              </a:defRPr>
            </a:pPr>
            <a:r>
              <a:t>• Logistic Regression also records higher F1-score (98.80% vs 96.30%) and ROC-AUC (0.9977 vs 0.9929).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24528" y="393192"/>
            <a:ext cx="2884123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500" b="1">
                <a:solidFill>
                  <a:srgbClr val="12233E"/>
                </a:solidFill>
              </a:defRPr>
            </a:pPr>
            <a:r>
              <a:rPr sz="2800" dirty="0">
                <a:latin typeface="Gill Sans MT"/>
              </a:rPr>
              <a:t>KEY FINDINGS</a:t>
            </a:r>
            <a:endParaRPr lang="en-US" sz="2800">
              <a:latin typeface="Gill Sans MT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5943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65C91"/>
                </a:solidFill>
              </a:defRPr>
            </a:pPr>
            <a:r>
              <a:t>01</a:t>
            </a:r>
          </a:p>
          <a:p>
            <a:pPr algn="ctr">
              <a:defRPr sz="800" b="1">
                <a:solidFill>
                  <a:srgbClr val="75808D"/>
                </a:solidFill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08760" y="1301877"/>
            <a:ext cx="1507144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500" b="1">
                <a:solidFill>
                  <a:srgbClr val="12233E"/>
                </a:solidFill>
              </a:defRPr>
            </a:pPr>
            <a:r>
              <a:rPr sz="1600" dirty="0">
                <a:latin typeface="Gill Sans MT"/>
              </a:rPr>
              <a:t>Clean dataset</a:t>
            </a:r>
            <a:endParaRPr lang="en-US" sz="1600">
              <a:latin typeface="Gill Sans MT"/>
              <a:ea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89120" y="1339977"/>
            <a:ext cx="3201902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>
                <a:solidFill>
                  <a:srgbClr val="414C5A"/>
                </a:solidFill>
              </a:defRPr>
            </a:pPr>
            <a:r>
              <a:rPr sz="1600" dirty="0">
                <a:latin typeface="Gill Sans MT"/>
              </a:rPr>
              <a:t>0 missing values • 0 exact duplicates</a:t>
            </a:r>
            <a:endParaRPr lang="en-US" sz="1600">
              <a:latin typeface="Gill Sans MT"/>
              <a:ea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5943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65C91"/>
                </a:solidFill>
              </a:defRPr>
            </a:pPr>
            <a:r>
              <a:t>02</a:t>
            </a:r>
          </a:p>
          <a:p>
            <a:pPr algn="ctr">
              <a:defRPr sz="800" b="1">
                <a:solidFill>
                  <a:srgbClr val="75808D"/>
                </a:solidFill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08760" y="2235327"/>
            <a:ext cx="1800173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500" b="1">
                <a:solidFill>
                  <a:srgbClr val="12233E"/>
                </a:solidFill>
              </a:defRPr>
            </a:pPr>
            <a:r>
              <a:rPr sz="1600" dirty="0">
                <a:latin typeface="Gill Sans MT"/>
              </a:rPr>
              <a:t>Strong classifiers</a:t>
            </a:r>
            <a:endParaRPr lang="en-US" sz="1600">
              <a:latin typeface="Gill Sans M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89120" y="2178177"/>
            <a:ext cx="4319644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>
                <a:solidFill>
                  <a:srgbClr val="414C5A"/>
                </a:solidFill>
              </a:defRPr>
            </a:pPr>
            <a:r>
              <a:rPr sz="1600" dirty="0">
                <a:latin typeface="Gill Sans MT"/>
              </a:rPr>
              <a:t>All four baseline models exceed 0.989 ROC-AUC</a:t>
            </a:r>
            <a:endParaRPr lang="en-US" sz="1600">
              <a:latin typeface="Gill Sans MT"/>
              <a:ea typeface="Calibri"/>
              <a:cs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" y="3063240"/>
            <a:ext cx="5943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65C91"/>
                </a:solidFill>
              </a:defRPr>
            </a:pPr>
            <a:r>
              <a:t>03</a:t>
            </a:r>
          </a:p>
          <a:p>
            <a:pPr algn="ctr">
              <a:defRPr sz="800" b="1">
                <a:solidFill>
                  <a:srgbClr val="75808D"/>
                </a:solidFill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37335" y="3149727"/>
            <a:ext cx="1387046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500" b="1">
                <a:solidFill>
                  <a:srgbClr val="12233E"/>
                </a:solidFill>
              </a:defRPr>
            </a:pPr>
            <a:r>
              <a:rPr sz="1600" dirty="0">
                <a:latin typeface="Gill Sans MT"/>
              </a:rPr>
              <a:t>Tuning helps</a:t>
            </a:r>
            <a:endParaRPr lang="en-US" sz="1600">
              <a:latin typeface="Gill Sans M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89120" y="3187827"/>
            <a:ext cx="3885103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>
                <a:solidFill>
                  <a:srgbClr val="414C5A"/>
                </a:solidFill>
              </a:defRPr>
            </a:pPr>
            <a:r>
              <a:rPr sz="1600" dirty="0">
                <a:latin typeface="Gill Sans MT"/>
              </a:rPr>
              <a:t>Logistic Regression rises to 99.12% accuracy</a:t>
            </a:r>
            <a:endParaRPr lang="en-US" sz="1600">
              <a:latin typeface="Gill Sans MT"/>
              <a:ea typeface="Calibri"/>
              <a:cs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85800" y="3977639"/>
            <a:ext cx="5943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65C91"/>
                </a:solidFill>
              </a:defRPr>
            </a:pPr>
            <a:r>
              <a:t>04</a:t>
            </a:r>
          </a:p>
          <a:p>
            <a:pPr algn="ctr">
              <a:defRPr sz="800" b="1">
                <a:solidFill>
                  <a:srgbClr val="75808D"/>
                </a:solidFill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37335" y="4064127"/>
            <a:ext cx="1585690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500" b="1">
                <a:solidFill>
                  <a:srgbClr val="12233E"/>
                </a:solidFill>
              </a:defRPr>
            </a:pPr>
            <a:r>
              <a:rPr sz="1600" dirty="0">
                <a:latin typeface="Gill Sans MT"/>
              </a:rPr>
              <a:t>Recall matters</a:t>
            </a:r>
            <a:endParaRPr lang="en-US" sz="1600">
              <a:latin typeface="Gill Sans MT"/>
              <a:ea typeface="Calibri"/>
              <a:cs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89120" y="4102227"/>
            <a:ext cx="4902561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>
                <a:solidFill>
                  <a:srgbClr val="414C5A"/>
                </a:solidFill>
              </a:defRPr>
            </a:pPr>
            <a:r>
              <a:rPr sz="1600" dirty="0">
                <a:latin typeface="Gill Sans MT"/>
              </a:rPr>
              <a:t>Threshold changes false-negative / false-positive balance</a:t>
            </a:r>
            <a:endParaRPr lang="en-US" sz="1600">
              <a:latin typeface="Gill Sans MT"/>
              <a:ea typeface="Calibri"/>
              <a:cs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85800" y="4892040"/>
            <a:ext cx="5943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65C91"/>
                </a:solidFill>
              </a:defRPr>
            </a:pPr>
            <a:r>
              <a:t>05</a:t>
            </a:r>
          </a:p>
          <a:p>
            <a:pPr algn="ctr">
              <a:defRPr sz="800" b="1">
                <a:solidFill>
                  <a:srgbClr val="75808D"/>
                </a:solidFill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37335" y="4978527"/>
            <a:ext cx="2024657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500" b="1">
                <a:solidFill>
                  <a:srgbClr val="12233E"/>
                </a:solidFill>
              </a:defRPr>
            </a:pPr>
            <a:r>
              <a:rPr sz="1600" dirty="0">
                <a:latin typeface="Gill Sans MT"/>
              </a:rPr>
              <a:t>Key measurements</a:t>
            </a:r>
            <a:endParaRPr lang="en-US" sz="1600">
              <a:latin typeface="Gill Sans MT"/>
              <a:ea typeface="Calibri"/>
              <a:cs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89120" y="5016627"/>
            <a:ext cx="5849807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>
                <a:solidFill>
                  <a:srgbClr val="414C5A"/>
                </a:solidFill>
              </a:defRPr>
            </a:pPr>
            <a:r>
              <a:rPr sz="1600" dirty="0">
                <a:latin typeface="Gill Sans MT"/>
              </a:rPr>
              <a:t>Area, radius, perimeter, concavity &amp; concave points lead importance</a:t>
            </a:r>
            <a:endParaRPr lang="en-US" sz="1600">
              <a:latin typeface="Gill Sans MT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699000" y="401330"/>
            <a:ext cx="2826415" cy="523220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l"/>
            <a:r>
              <a:rPr sz="2800" b="1" dirty="0">
                <a:solidFill>
                  <a:schemeClr val="tx2"/>
                </a:solidFill>
                <a:latin typeface="Gill Sans MT"/>
              </a:rPr>
              <a:t>CONCLUSION</a:t>
            </a:r>
            <a:endParaRPr lang="en-US" sz="2800" b="1">
              <a:solidFill>
                <a:schemeClr val="tx2"/>
              </a:solidFill>
              <a:latin typeface="Gill Sans MT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F0380A5-98B1-DAE0-E522-33019A28A84F}"/>
              </a:ext>
            </a:extLst>
          </p:cNvPr>
          <p:cNvGrpSpPr/>
          <p:nvPr/>
        </p:nvGrpSpPr>
        <p:grpSpPr>
          <a:xfrm>
            <a:off x="594360" y="1559560"/>
            <a:ext cx="10696448" cy="1955800"/>
            <a:chOff x="594360" y="2788920"/>
            <a:chExt cx="7150608" cy="1051560"/>
          </a:xfrm>
        </p:grpSpPr>
        <p:sp>
          <p:nvSpPr>
            <p:cNvPr id="7" name="Rounded Rectangle 6"/>
            <p:cNvSpPr/>
            <p:nvPr/>
          </p:nvSpPr>
          <p:spPr>
            <a:xfrm>
              <a:off x="594360" y="2788920"/>
              <a:ext cx="1298448" cy="105156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67512" y="2926080"/>
              <a:ext cx="1152144" cy="36576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800" b="1">
                  <a:solidFill>
                    <a:srgbClr val="0F172A"/>
                  </a:solidFill>
                  <a:latin typeface="Aptos"/>
                </a:rPr>
                <a:t>99.12%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73064" y="3372822"/>
              <a:ext cx="741042" cy="148932"/>
            </a:xfrm>
            <a:prstGeom prst="rect">
              <a:avLst/>
            </a:prstGeom>
            <a:noFill/>
          </p:spPr>
          <p:txBody>
            <a:bodyPr wrap="none" lIns="91440" tIns="45720" rIns="91440" bIns="45720" anchor="ctr">
              <a:spAutoFit/>
            </a:bodyPr>
            <a:lstStyle/>
            <a:p>
              <a:pPr algn="ctr"/>
              <a:r>
                <a:rPr sz="1200" b="1" dirty="0">
                  <a:latin typeface="Gill Sans MT"/>
                </a:rPr>
                <a:t>ACCURACY</a:t>
              </a:r>
              <a:endParaRPr lang="en-US" sz="1200" b="1">
                <a:latin typeface="Gill Sans MT"/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057400" y="2788920"/>
              <a:ext cx="1298448" cy="105156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130552" y="2926080"/>
              <a:ext cx="1152144" cy="36576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800" b="1">
                  <a:solidFill>
                    <a:srgbClr val="0F172A"/>
                  </a:solidFill>
                  <a:latin typeface="Aptos"/>
                </a:rPr>
                <a:t>97.62%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434328" y="3372822"/>
              <a:ext cx="544594" cy="148932"/>
            </a:xfrm>
            <a:prstGeom prst="rect">
              <a:avLst/>
            </a:prstGeom>
            <a:noFill/>
          </p:spPr>
          <p:txBody>
            <a:bodyPr wrap="none" lIns="91440" tIns="45720" rIns="91440" bIns="45720" anchor="ctr">
              <a:spAutoFit/>
            </a:bodyPr>
            <a:lstStyle/>
            <a:p>
              <a:pPr algn="ctr"/>
              <a:r>
                <a:rPr sz="1200" b="1" dirty="0">
                  <a:latin typeface="Gill Sans MT"/>
                </a:rPr>
                <a:t>RECALL</a:t>
              </a:r>
              <a:endParaRPr lang="en-US" sz="1200" b="1">
                <a:latin typeface="Gill Sans MT"/>
              </a:endParaRP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520440" y="2788920"/>
              <a:ext cx="1298448" cy="105156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593592" y="2926080"/>
              <a:ext cx="1152144" cy="36576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800" b="1">
                  <a:solidFill>
                    <a:srgbClr val="0F172A"/>
                  </a:solidFill>
                  <a:latin typeface="Aptos"/>
                </a:rPr>
                <a:t>100%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775204" y="3372822"/>
              <a:ext cx="788921" cy="148932"/>
            </a:xfrm>
            <a:prstGeom prst="rect">
              <a:avLst/>
            </a:prstGeom>
            <a:noFill/>
          </p:spPr>
          <p:txBody>
            <a:bodyPr wrap="none" lIns="91440" tIns="45720" rIns="91440" bIns="45720" anchor="ctr">
              <a:spAutoFit/>
            </a:bodyPr>
            <a:lstStyle/>
            <a:p>
              <a:pPr algn="ctr"/>
              <a:r>
                <a:rPr sz="1200" b="1" dirty="0">
                  <a:latin typeface="Gill Sans MT"/>
                </a:rPr>
                <a:t>SPECIFICITY</a:t>
              </a:r>
              <a:endParaRPr lang="en-US" sz="1200" b="1">
                <a:latin typeface="Gill Sans MT"/>
              </a:endParaRP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983480" y="2788920"/>
              <a:ext cx="1298448" cy="105156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056632" y="2926080"/>
              <a:ext cx="1152144" cy="36576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800" b="1">
                  <a:solidFill>
                    <a:srgbClr val="0F172A"/>
                  </a:solidFill>
                  <a:latin typeface="Aptos"/>
                </a:rPr>
                <a:t>98.80%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311113" y="3372822"/>
              <a:ext cx="643182" cy="148932"/>
            </a:xfrm>
            <a:prstGeom prst="rect">
              <a:avLst/>
            </a:prstGeom>
            <a:noFill/>
          </p:spPr>
          <p:txBody>
            <a:bodyPr wrap="none" lIns="91440" tIns="45720" rIns="91440" bIns="45720" anchor="ctr">
              <a:spAutoFit/>
            </a:bodyPr>
            <a:lstStyle/>
            <a:p>
              <a:pPr algn="ctr"/>
              <a:r>
                <a:rPr sz="1200" b="1" dirty="0">
                  <a:latin typeface="Gill Sans MT"/>
                </a:rPr>
                <a:t>F1-SCORE</a:t>
              </a:r>
              <a:endParaRPr lang="en-US" sz="1200" b="1">
                <a:latin typeface="Gill Sans MT"/>
              </a:endParaRP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446520" y="2788920"/>
              <a:ext cx="1298448" cy="105156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519672" y="2926080"/>
              <a:ext cx="1152144" cy="36576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800" b="1">
                  <a:solidFill>
                    <a:srgbClr val="0F172A"/>
                  </a:solidFill>
                  <a:latin typeface="Aptos"/>
                </a:rPr>
                <a:t>0.9977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777024" y="3372822"/>
              <a:ext cx="637438" cy="148932"/>
            </a:xfrm>
            <a:prstGeom prst="rect">
              <a:avLst/>
            </a:prstGeom>
            <a:noFill/>
          </p:spPr>
          <p:txBody>
            <a:bodyPr wrap="none" lIns="91440" tIns="45720" rIns="91440" bIns="45720" anchor="ctr">
              <a:spAutoFit/>
            </a:bodyPr>
            <a:lstStyle/>
            <a:p>
              <a:pPr algn="ctr"/>
              <a:r>
                <a:rPr sz="1200" b="1" dirty="0">
                  <a:latin typeface="Gill Sans MT"/>
                </a:rPr>
                <a:t>ROC-AUC</a:t>
              </a:r>
              <a:endParaRPr lang="en-US" sz="1200" b="1">
                <a:latin typeface="Gill Sans MT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FBBF59AB-6EC0-C4DA-EA1C-6E48F7557806}"/>
              </a:ext>
            </a:extLst>
          </p:cNvPr>
          <p:cNvSpPr txBox="1"/>
          <p:nvPr/>
        </p:nvSpPr>
        <p:spPr>
          <a:xfrm>
            <a:off x="971170" y="3756144"/>
            <a:ext cx="10511491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Gill Sans MT"/>
                <a:ea typeface="+mn-lt"/>
                <a:cs typeface="+mn-lt"/>
              </a:rPr>
              <a:t>The project successfully demonstrates that machine learning can achieve highly accurate breast tumor classification. Tuned Logistic Regression provided the best overall results, achieving 99.12% accuracy and 97.62% recall. The analysis highlights the importance of tumor measurements, threshold selection, and minimizing false negatives.</a:t>
            </a:r>
            <a:endParaRPr lang="en-US" sz="2000">
              <a:latin typeface="Gill Sans MT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58354" y="2430780"/>
            <a:ext cx="2863861" cy="100027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rPr dirty="0"/>
              <a:t>THANK YOU</a:t>
            </a:r>
          </a:p>
          <a:p>
            <a:pPr algn="ctr">
              <a:defRPr sz="1700">
                <a:solidFill>
                  <a:srgbClr val="4797B5"/>
                </a:solidFill>
              </a:defRPr>
            </a:pPr>
            <a:r>
              <a:rPr lang="en-US" dirty="0"/>
              <a:t>Any Questions</a:t>
            </a:r>
            <a:r>
              <a:rPr dirty="0"/>
              <a:t>?</a:t>
            </a:r>
            <a:endParaRPr dirty="0">
              <a:ea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537960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B4BECA"/>
                </a:solidFill>
              </a:defRPr>
            </a:pPr>
            <a:r>
              <a:t>BREAST TUMOR CLASSIFICATION  • 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332</cp:revision>
  <dcterms:created xsi:type="dcterms:W3CDTF">2013-01-27T09:14:16Z</dcterms:created>
  <dcterms:modified xsi:type="dcterms:W3CDTF">2026-09-09T04:12:09Z</dcterms:modified>
  <cp:category/>
</cp:coreProperties>
</file>